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embeddedFontLst>
    <p:embeddedFont>
      <p:font typeface="Roboto"/>
      <p:regular r:id="rId31"/>
      <p:bold r:id="rId32"/>
      <p:italic r:id="rId33"/>
      <p:boldItalic r:id="rId34"/>
    </p:embeddedFont>
    <p:embeddedFont>
      <p:font typeface="Bai Jamjuree"/>
      <p:regular r:id="rId35"/>
      <p:bold r:id="rId36"/>
      <p:italic r:id="rId37"/>
      <p:boldItalic r:id="rId38"/>
    </p:embeddedFont>
    <p:embeddedFont>
      <p:font typeface="Bai Jamjuree Medium"/>
      <p:regular r:id="rId39"/>
      <p:bold r:id="rId40"/>
      <p:italic r:id="rId41"/>
      <p:boldItalic r:id="rId42"/>
    </p:embeddedFont>
    <p:embeddedFont>
      <p:font typeface="DM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aiJamjureeMedium-bold.fntdata"/><Relationship Id="rId20" Type="http://schemas.openxmlformats.org/officeDocument/2006/relationships/slide" Target="slides/slide16.xml"/><Relationship Id="rId42" Type="http://schemas.openxmlformats.org/officeDocument/2006/relationships/font" Target="fonts/BaiJamjureeMedium-boldItalic.fntdata"/><Relationship Id="rId41" Type="http://schemas.openxmlformats.org/officeDocument/2006/relationships/font" Target="fonts/BaiJamjureeMedium-italic.fntdata"/><Relationship Id="rId22" Type="http://schemas.openxmlformats.org/officeDocument/2006/relationships/slide" Target="slides/slide18.xml"/><Relationship Id="rId44" Type="http://schemas.openxmlformats.org/officeDocument/2006/relationships/font" Target="fonts/DMSans-bold.fntdata"/><Relationship Id="rId21" Type="http://schemas.openxmlformats.org/officeDocument/2006/relationships/slide" Target="slides/slide17.xml"/><Relationship Id="rId43" Type="http://schemas.openxmlformats.org/officeDocument/2006/relationships/font" Target="fonts/DMSans-regular.fntdata"/><Relationship Id="rId24" Type="http://schemas.openxmlformats.org/officeDocument/2006/relationships/slide" Target="slides/slide20.xml"/><Relationship Id="rId46" Type="http://schemas.openxmlformats.org/officeDocument/2006/relationships/font" Target="fonts/DMSans-boldItalic.fntdata"/><Relationship Id="rId23" Type="http://schemas.openxmlformats.org/officeDocument/2006/relationships/slide" Target="slides/slide19.xml"/><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schemas.openxmlformats.org/officeDocument/2006/relationships/font" Target="fonts/BaiJamjuree-regular.fnt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37" Type="http://schemas.openxmlformats.org/officeDocument/2006/relationships/font" Target="fonts/BaiJamjuree-italic.fntdata"/><Relationship Id="rId14" Type="http://schemas.openxmlformats.org/officeDocument/2006/relationships/slide" Target="slides/slide10.xml"/><Relationship Id="rId36" Type="http://schemas.openxmlformats.org/officeDocument/2006/relationships/font" Target="fonts/BaiJamjuree-bold.fntdata"/><Relationship Id="rId17" Type="http://schemas.openxmlformats.org/officeDocument/2006/relationships/slide" Target="slides/slide13.xml"/><Relationship Id="rId39" Type="http://schemas.openxmlformats.org/officeDocument/2006/relationships/font" Target="fonts/BaiJamjureeMedium-regular.fntdata"/><Relationship Id="rId16" Type="http://schemas.openxmlformats.org/officeDocument/2006/relationships/slide" Target="slides/slide12.xml"/><Relationship Id="rId38" Type="http://schemas.openxmlformats.org/officeDocument/2006/relationships/font" Target="fonts/BaiJamjuree-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e585b4ff3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e585b4ff3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2e478d988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2e478d988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dfe0b786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dfe0b786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c96111d83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c96111d83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c96111d83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c96111d83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c96111d83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c96111d83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54ff9c4cb4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54ff9c4cb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c96111d83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c96111d83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c96111d83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c96111d838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c96111d838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c96111d838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c96111d838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c96111d838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c96111d83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c96111d83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c96111d838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c96111d838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c96111d838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c96111d838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0f4d7b453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20f4d7b453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c96111d838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c96111d838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c96111d838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c96111d838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c96111d838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c96111d838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c96111d838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3c96111d838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c96111d838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c96111d838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c96111d838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c96111d838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c96111d838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c96111d838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c96111d838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c96111d838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c96111d838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c96111d838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c96111d838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c96111d838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10" Type="http://schemas.openxmlformats.org/officeDocument/2006/relationships/image" Target="../media/image2.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image" Target="../media/image5.png"/><Relationship Id="rId10"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10"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image" Target="../media/image5.png"/><Relationship Id="rId10"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0" name="Google Shape;10;p2"/>
          <p:cNvSpPr txBox="1"/>
          <p:nvPr>
            <p:ph type="ctrTitle"/>
          </p:nvPr>
        </p:nvSpPr>
        <p:spPr>
          <a:xfrm>
            <a:off x="713225" y="1335225"/>
            <a:ext cx="4568100" cy="19818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4000">
                <a:solidFill>
                  <a:schemeClr val="accent3"/>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1" name="Google Shape;11;p2"/>
          <p:cNvSpPr txBox="1"/>
          <p:nvPr>
            <p:ph idx="1" type="subTitle"/>
          </p:nvPr>
        </p:nvSpPr>
        <p:spPr>
          <a:xfrm>
            <a:off x="713225" y="3534000"/>
            <a:ext cx="2047500" cy="752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1600">
                <a:solidFill>
                  <a:schemeClr val="accent3"/>
                </a:solidFill>
              </a:defRPr>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12" name="Google Shape;12;p2"/>
          <p:cNvGrpSpPr/>
          <p:nvPr/>
        </p:nvGrpSpPr>
        <p:grpSpPr>
          <a:xfrm>
            <a:off x="8633038" y="3309510"/>
            <a:ext cx="1571162" cy="1954726"/>
            <a:chOff x="8633038" y="3309510"/>
            <a:chExt cx="1571162" cy="1954726"/>
          </a:xfrm>
        </p:grpSpPr>
        <p:pic>
          <p:nvPicPr>
            <p:cNvPr id="13" name="Google Shape;13;p2"/>
            <p:cNvPicPr preferRelativeResize="0"/>
            <p:nvPr/>
          </p:nvPicPr>
          <p:blipFill>
            <a:blip r:embed="rId3">
              <a:alphaModFix/>
            </a:blip>
            <a:stretch>
              <a:fillRect/>
            </a:stretch>
          </p:blipFill>
          <p:spPr>
            <a:xfrm>
              <a:off x="8793725" y="3610564"/>
              <a:ext cx="1315225" cy="1515947"/>
            </a:xfrm>
            <a:prstGeom prst="rect">
              <a:avLst/>
            </a:prstGeom>
            <a:noFill/>
            <a:ln>
              <a:noFill/>
            </a:ln>
          </p:spPr>
        </p:pic>
        <p:pic>
          <p:nvPicPr>
            <p:cNvPr id="14" name="Google Shape;14;p2"/>
            <p:cNvPicPr preferRelativeResize="0"/>
            <p:nvPr/>
          </p:nvPicPr>
          <p:blipFill>
            <a:blip r:embed="rId4">
              <a:alphaModFix/>
            </a:blip>
            <a:stretch>
              <a:fillRect/>
            </a:stretch>
          </p:blipFill>
          <p:spPr>
            <a:xfrm>
              <a:off x="8643700" y="3309510"/>
              <a:ext cx="1560500" cy="1849115"/>
            </a:xfrm>
            <a:prstGeom prst="rect">
              <a:avLst/>
            </a:prstGeom>
            <a:noFill/>
            <a:ln>
              <a:noFill/>
            </a:ln>
          </p:spPr>
        </p:pic>
        <p:pic>
          <p:nvPicPr>
            <p:cNvPr id="15" name="Google Shape;15;p2"/>
            <p:cNvPicPr preferRelativeResize="0"/>
            <p:nvPr/>
          </p:nvPicPr>
          <p:blipFill rotWithShape="1">
            <a:blip r:embed="rId5">
              <a:alphaModFix/>
            </a:blip>
            <a:srcRect b="0" l="45530" r="45530" t="0"/>
            <a:stretch/>
          </p:blipFill>
          <p:spPr>
            <a:xfrm flipH="1">
              <a:off x="8792275" y="3816565"/>
              <a:ext cx="77654" cy="834994"/>
            </a:xfrm>
            <a:prstGeom prst="rect">
              <a:avLst/>
            </a:prstGeom>
            <a:noFill/>
            <a:ln>
              <a:noFill/>
            </a:ln>
          </p:spPr>
        </p:pic>
        <p:pic>
          <p:nvPicPr>
            <p:cNvPr id="16" name="Google Shape;16;p2"/>
            <p:cNvPicPr preferRelativeResize="0"/>
            <p:nvPr/>
          </p:nvPicPr>
          <p:blipFill rotWithShape="1">
            <a:blip r:embed="rId5">
              <a:alphaModFix/>
            </a:blip>
            <a:srcRect b="0" l="45530" r="45530" t="0"/>
            <a:stretch/>
          </p:blipFill>
          <p:spPr>
            <a:xfrm flipH="1" rot="-3600013">
              <a:off x="8975187" y="4604365"/>
              <a:ext cx="77654" cy="834994"/>
            </a:xfrm>
            <a:prstGeom prst="rect">
              <a:avLst/>
            </a:prstGeom>
            <a:noFill/>
            <a:ln>
              <a:noFill/>
            </a:ln>
          </p:spPr>
        </p:pic>
      </p:grpSp>
      <p:grpSp>
        <p:nvGrpSpPr>
          <p:cNvPr id="17" name="Google Shape;17;p2"/>
          <p:cNvGrpSpPr/>
          <p:nvPr/>
        </p:nvGrpSpPr>
        <p:grpSpPr>
          <a:xfrm>
            <a:off x="8643712" y="539500"/>
            <a:ext cx="826941" cy="1486848"/>
            <a:chOff x="8643712" y="539500"/>
            <a:chExt cx="826941" cy="1486848"/>
          </a:xfrm>
        </p:grpSpPr>
        <p:pic>
          <p:nvPicPr>
            <p:cNvPr id="18" name="Google Shape;18;p2"/>
            <p:cNvPicPr preferRelativeResize="0"/>
            <p:nvPr/>
          </p:nvPicPr>
          <p:blipFill rotWithShape="1">
            <a:blip r:embed="rId5">
              <a:alphaModFix/>
            </a:blip>
            <a:srcRect b="0" l="45530" r="45530" t="0"/>
            <a:stretch/>
          </p:blipFill>
          <p:spPr>
            <a:xfrm flipH="1" rot="-3600013">
              <a:off x="9050849" y="1366478"/>
              <a:ext cx="77654" cy="834994"/>
            </a:xfrm>
            <a:prstGeom prst="rect">
              <a:avLst/>
            </a:prstGeom>
            <a:noFill/>
            <a:ln>
              <a:noFill/>
            </a:ln>
          </p:spPr>
        </p:pic>
        <p:pic>
          <p:nvPicPr>
            <p:cNvPr id="19" name="Google Shape;19;p2"/>
            <p:cNvPicPr preferRelativeResize="0"/>
            <p:nvPr/>
          </p:nvPicPr>
          <p:blipFill rotWithShape="1">
            <a:blip r:embed="rId5">
              <a:alphaModFix/>
            </a:blip>
            <a:srcRect b="0" l="45530" r="45530" t="0"/>
            <a:stretch/>
          </p:blipFill>
          <p:spPr>
            <a:xfrm flipH="1">
              <a:off x="8643712" y="539500"/>
              <a:ext cx="77654" cy="89070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pic>
        <p:nvPicPr>
          <p:cNvPr id="21" name="Google Shape;21;p3"/>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22" name="Google Shape;22;p3"/>
          <p:cNvSpPr txBox="1"/>
          <p:nvPr>
            <p:ph type="title"/>
          </p:nvPr>
        </p:nvSpPr>
        <p:spPr>
          <a:xfrm>
            <a:off x="5098775" y="2386125"/>
            <a:ext cx="3332100" cy="1306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hasCustomPrompt="1" idx="2" type="title"/>
          </p:nvPr>
        </p:nvSpPr>
        <p:spPr>
          <a:xfrm>
            <a:off x="5098775" y="939988"/>
            <a:ext cx="1194000" cy="1106700"/>
          </a:xfrm>
          <a:prstGeom prst="rect">
            <a:avLst/>
          </a:prstGeom>
          <a:ln cap="flat" cmpd="sng" w="38100">
            <a:solidFill>
              <a:schemeClr val="lt1"/>
            </a:solidFill>
            <a:prstDash val="solid"/>
            <a:miter lim="8000"/>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6000"/>
              <a:buNone/>
              <a:defRPr sz="6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 name="Google Shape;24;p3"/>
          <p:cNvSpPr txBox="1"/>
          <p:nvPr>
            <p:ph idx="1" type="subTitle"/>
          </p:nvPr>
        </p:nvSpPr>
        <p:spPr>
          <a:xfrm>
            <a:off x="5098775" y="3769125"/>
            <a:ext cx="2447400" cy="650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5" name="Google Shape;25;p3"/>
          <p:cNvGrpSpPr/>
          <p:nvPr/>
        </p:nvGrpSpPr>
        <p:grpSpPr>
          <a:xfrm>
            <a:off x="-425788" y="2031683"/>
            <a:ext cx="1875132" cy="1683314"/>
            <a:chOff x="-425788" y="2031683"/>
            <a:chExt cx="1875132" cy="1683314"/>
          </a:xfrm>
        </p:grpSpPr>
        <p:grpSp>
          <p:nvGrpSpPr>
            <p:cNvPr id="26" name="Google Shape;26;p3"/>
            <p:cNvGrpSpPr/>
            <p:nvPr/>
          </p:nvGrpSpPr>
          <p:grpSpPr>
            <a:xfrm>
              <a:off x="-425788" y="2031683"/>
              <a:ext cx="1456351" cy="1683314"/>
              <a:chOff x="-425788" y="2031683"/>
              <a:chExt cx="1456351" cy="1683314"/>
            </a:xfrm>
          </p:grpSpPr>
          <p:pic>
            <p:nvPicPr>
              <p:cNvPr id="27" name="Google Shape;27;p3"/>
              <p:cNvPicPr preferRelativeResize="0"/>
              <p:nvPr/>
            </p:nvPicPr>
            <p:blipFill>
              <a:blip r:embed="rId3">
                <a:alphaModFix/>
              </a:blip>
              <a:stretch>
                <a:fillRect/>
              </a:stretch>
            </p:blipFill>
            <p:spPr>
              <a:xfrm>
                <a:off x="-158218" y="2285420"/>
                <a:ext cx="1108501" cy="1277681"/>
              </a:xfrm>
              <a:prstGeom prst="rect">
                <a:avLst/>
              </a:prstGeom>
              <a:noFill/>
              <a:ln>
                <a:noFill/>
              </a:ln>
            </p:spPr>
          </p:pic>
          <p:pic>
            <p:nvPicPr>
              <p:cNvPr id="28" name="Google Shape;28;p3"/>
              <p:cNvPicPr preferRelativeResize="0"/>
              <p:nvPr/>
            </p:nvPicPr>
            <p:blipFill>
              <a:blip r:embed="rId4">
                <a:alphaModFix/>
              </a:blip>
              <a:stretch>
                <a:fillRect/>
              </a:stretch>
            </p:blipFill>
            <p:spPr>
              <a:xfrm>
                <a:off x="-284663" y="2031683"/>
                <a:ext cx="1315225" cy="1558485"/>
              </a:xfrm>
              <a:prstGeom prst="rect">
                <a:avLst/>
              </a:prstGeom>
              <a:noFill/>
              <a:ln>
                <a:noFill/>
              </a:ln>
            </p:spPr>
          </p:pic>
          <p:pic>
            <p:nvPicPr>
              <p:cNvPr id="29" name="Google Shape;29;p3"/>
              <p:cNvPicPr preferRelativeResize="0"/>
              <p:nvPr/>
            </p:nvPicPr>
            <p:blipFill rotWithShape="1">
              <a:blip r:embed="rId5">
                <a:alphaModFix/>
              </a:blip>
              <a:srcRect b="0" l="45530" r="45530" t="0"/>
              <a:stretch/>
            </p:blipFill>
            <p:spPr>
              <a:xfrm flipH="1" rot="7199987">
                <a:off x="-83639" y="3055127"/>
                <a:ext cx="77654" cy="834994"/>
              </a:xfrm>
              <a:prstGeom prst="rect">
                <a:avLst/>
              </a:prstGeom>
              <a:noFill/>
              <a:ln>
                <a:noFill/>
              </a:ln>
            </p:spPr>
          </p:pic>
        </p:grpSp>
        <p:grpSp>
          <p:nvGrpSpPr>
            <p:cNvPr id="30" name="Google Shape;30;p3"/>
            <p:cNvGrpSpPr/>
            <p:nvPr/>
          </p:nvGrpSpPr>
          <p:grpSpPr>
            <a:xfrm>
              <a:off x="910670" y="2210955"/>
              <a:ext cx="538674" cy="1057390"/>
              <a:chOff x="910670" y="2210955"/>
              <a:chExt cx="538674" cy="1057390"/>
            </a:xfrm>
          </p:grpSpPr>
          <p:pic>
            <p:nvPicPr>
              <p:cNvPr id="31" name="Google Shape;31;p3"/>
              <p:cNvPicPr preferRelativeResize="0"/>
              <p:nvPr/>
            </p:nvPicPr>
            <p:blipFill rotWithShape="1">
              <a:blip r:embed="rId5">
                <a:alphaModFix/>
              </a:blip>
              <a:srcRect b="0" l="45530" r="45530" t="0"/>
              <a:stretch/>
            </p:blipFill>
            <p:spPr>
              <a:xfrm flipH="1">
                <a:off x="1141186" y="2433352"/>
                <a:ext cx="77654" cy="834994"/>
              </a:xfrm>
              <a:prstGeom prst="rect">
                <a:avLst/>
              </a:prstGeom>
              <a:noFill/>
              <a:ln>
                <a:noFill/>
              </a:ln>
            </p:spPr>
          </p:pic>
          <p:pic>
            <p:nvPicPr>
              <p:cNvPr id="32" name="Google Shape;32;p3"/>
              <p:cNvPicPr preferRelativeResize="0"/>
              <p:nvPr/>
            </p:nvPicPr>
            <p:blipFill>
              <a:blip r:embed="rId6">
                <a:alphaModFix/>
              </a:blip>
              <a:stretch>
                <a:fillRect/>
              </a:stretch>
            </p:blipFill>
            <p:spPr>
              <a:xfrm>
                <a:off x="910670" y="2210955"/>
                <a:ext cx="538674" cy="552476"/>
              </a:xfrm>
              <a:prstGeom prst="rect">
                <a:avLst/>
              </a:prstGeom>
              <a:noFill/>
              <a:ln>
                <a:noFill/>
              </a:ln>
            </p:spPr>
          </p:pic>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pic>
        <p:nvPicPr>
          <p:cNvPr id="34" name="Google Shape;34;p4"/>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5" name="Google Shape;3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4"/>
          <p:cNvSpPr txBox="1"/>
          <p:nvPr>
            <p:ph idx="1" type="body"/>
          </p:nvPr>
        </p:nvSpPr>
        <p:spPr>
          <a:xfrm>
            <a:off x="720000" y="1278025"/>
            <a:ext cx="6804900" cy="3330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grpSp>
        <p:nvGrpSpPr>
          <p:cNvPr id="37" name="Google Shape;37;p4"/>
          <p:cNvGrpSpPr/>
          <p:nvPr/>
        </p:nvGrpSpPr>
        <p:grpSpPr>
          <a:xfrm>
            <a:off x="-1271787" y="66805"/>
            <a:ext cx="12236543" cy="7738796"/>
            <a:chOff x="-1271787" y="66805"/>
            <a:chExt cx="12236543" cy="7738796"/>
          </a:xfrm>
        </p:grpSpPr>
        <p:grpSp>
          <p:nvGrpSpPr>
            <p:cNvPr id="38" name="Google Shape;38;p4"/>
            <p:cNvGrpSpPr/>
            <p:nvPr/>
          </p:nvGrpSpPr>
          <p:grpSpPr>
            <a:xfrm>
              <a:off x="7650525" y="1570985"/>
              <a:ext cx="1560500" cy="1849115"/>
              <a:chOff x="7650525" y="1570985"/>
              <a:chExt cx="1560500" cy="1849115"/>
            </a:xfrm>
          </p:grpSpPr>
          <p:pic>
            <p:nvPicPr>
              <p:cNvPr id="39" name="Google Shape;39;p4"/>
              <p:cNvPicPr preferRelativeResize="0"/>
              <p:nvPr/>
            </p:nvPicPr>
            <p:blipFill>
              <a:blip r:embed="rId3">
                <a:alphaModFix/>
              </a:blip>
              <a:stretch>
                <a:fillRect/>
              </a:stretch>
            </p:blipFill>
            <p:spPr>
              <a:xfrm>
                <a:off x="7800550" y="1872039"/>
                <a:ext cx="1315225" cy="1515947"/>
              </a:xfrm>
              <a:prstGeom prst="rect">
                <a:avLst/>
              </a:prstGeom>
              <a:noFill/>
              <a:ln>
                <a:noFill/>
              </a:ln>
            </p:spPr>
          </p:pic>
          <p:pic>
            <p:nvPicPr>
              <p:cNvPr id="40" name="Google Shape;40;p4"/>
              <p:cNvPicPr preferRelativeResize="0"/>
              <p:nvPr/>
            </p:nvPicPr>
            <p:blipFill>
              <a:blip r:embed="rId4">
                <a:alphaModFix/>
              </a:blip>
              <a:stretch>
                <a:fillRect/>
              </a:stretch>
            </p:blipFill>
            <p:spPr>
              <a:xfrm>
                <a:off x="7650525" y="1570985"/>
                <a:ext cx="1560500" cy="1849115"/>
              </a:xfrm>
              <a:prstGeom prst="rect">
                <a:avLst/>
              </a:prstGeom>
              <a:noFill/>
              <a:ln>
                <a:noFill/>
              </a:ln>
            </p:spPr>
          </p:pic>
        </p:grpSp>
        <p:pic>
          <p:nvPicPr>
            <p:cNvPr id="41" name="Google Shape;41;p4"/>
            <p:cNvPicPr preferRelativeResize="0"/>
            <p:nvPr/>
          </p:nvPicPr>
          <p:blipFill rotWithShape="1">
            <a:blip r:embed="rId5">
              <a:alphaModFix/>
            </a:blip>
            <a:srcRect b="0" l="45530" r="45530" t="0"/>
            <a:stretch/>
          </p:blipFill>
          <p:spPr>
            <a:xfrm flipH="1" rot="3600013">
              <a:off x="8940499" y="3120462"/>
              <a:ext cx="77654" cy="890699"/>
            </a:xfrm>
            <a:prstGeom prst="rect">
              <a:avLst/>
            </a:prstGeom>
            <a:noFill/>
            <a:ln>
              <a:noFill/>
            </a:ln>
          </p:spPr>
        </p:pic>
        <p:grpSp>
          <p:nvGrpSpPr>
            <p:cNvPr id="42" name="Google Shape;42;p4"/>
            <p:cNvGrpSpPr/>
            <p:nvPr/>
          </p:nvGrpSpPr>
          <p:grpSpPr>
            <a:xfrm>
              <a:off x="-1271787" y="3122451"/>
              <a:ext cx="1946912" cy="2223224"/>
              <a:chOff x="-1271787" y="3122451"/>
              <a:chExt cx="1946912" cy="2223224"/>
            </a:xfrm>
          </p:grpSpPr>
          <p:pic>
            <p:nvPicPr>
              <p:cNvPr id="43" name="Google Shape;43;p4"/>
              <p:cNvPicPr preferRelativeResize="0"/>
              <p:nvPr/>
            </p:nvPicPr>
            <p:blipFill>
              <a:blip r:embed="rId3">
                <a:alphaModFix/>
              </a:blip>
              <a:stretch>
                <a:fillRect/>
              </a:stretch>
            </p:blipFill>
            <p:spPr>
              <a:xfrm>
                <a:off x="-963750" y="3547000"/>
                <a:ext cx="1560510" cy="1798675"/>
              </a:xfrm>
              <a:prstGeom prst="rect">
                <a:avLst/>
              </a:prstGeom>
              <a:noFill/>
              <a:ln>
                <a:noFill/>
              </a:ln>
            </p:spPr>
          </p:pic>
          <p:pic>
            <p:nvPicPr>
              <p:cNvPr id="44" name="Google Shape;44;p4"/>
              <p:cNvPicPr preferRelativeResize="0"/>
              <p:nvPr/>
            </p:nvPicPr>
            <p:blipFill>
              <a:blip r:embed="rId6">
                <a:alphaModFix/>
              </a:blip>
              <a:stretch>
                <a:fillRect/>
              </a:stretch>
            </p:blipFill>
            <p:spPr>
              <a:xfrm>
                <a:off x="-1271787" y="3226856"/>
                <a:ext cx="1719374" cy="1981768"/>
              </a:xfrm>
              <a:prstGeom prst="rect">
                <a:avLst/>
              </a:prstGeom>
              <a:noFill/>
              <a:ln>
                <a:noFill/>
              </a:ln>
            </p:spPr>
          </p:pic>
          <p:pic>
            <p:nvPicPr>
              <p:cNvPr id="45" name="Google Shape;45;p4"/>
              <p:cNvPicPr preferRelativeResize="0"/>
              <p:nvPr/>
            </p:nvPicPr>
            <p:blipFill>
              <a:blip r:embed="rId7">
                <a:alphaModFix/>
              </a:blip>
              <a:stretch>
                <a:fillRect/>
              </a:stretch>
            </p:blipFill>
            <p:spPr>
              <a:xfrm>
                <a:off x="136451" y="4420688"/>
                <a:ext cx="538674" cy="552474"/>
              </a:xfrm>
              <a:prstGeom prst="rect">
                <a:avLst/>
              </a:prstGeom>
              <a:noFill/>
              <a:ln>
                <a:noFill/>
              </a:ln>
            </p:spPr>
          </p:pic>
          <p:pic>
            <p:nvPicPr>
              <p:cNvPr id="46" name="Google Shape;46;p4"/>
              <p:cNvPicPr preferRelativeResize="0"/>
              <p:nvPr/>
            </p:nvPicPr>
            <p:blipFill rotWithShape="1">
              <a:blip r:embed="rId5">
                <a:alphaModFix/>
              </a:blip>
              <a:srcRect b="0" l="45530" r="45530" t="0"/>
              <a:stretch/>
            </p:blipFill>
            <p:spPr>
              <a:xfrm flipH="1" rot="-3600013">
                <a:off x="19574" y="2947328"/>
                <a:ext cx="77654" cy="834994"/>
              </a:xfrm>
              <a:prstGeom prst="rect">
                <a:avLst/>
              </a:prstGeom>
              <a:noFill/>
              <a:ln>
                <a:noFill/>
              </a:ln>
            </p:spPr>
          </p:pic>
        </p:grpSp>
        <p:grpSp>
          <p:nvGrpSpPr>
            <p:cNvPr id="47" name="Google Shape;47;p4"/>
            <p:cNvGrpSpPr/>
            <p:nvPr/>
          </p:nvGrpSpPr>
          <p:grpSpPr>
            <a:xfrm>
              <a:off x="-551183" y="66805"/>
              <a:ext cx="5567477" cy="552476"/>
              <a:chOff x="-551183" y="66805"/>
              <a:chExt cx="5567477" cy="552476"/>
            </a:xfrm>
          </p:grpSpPr>
          <p:pic>
            <p:nvPicPr>
              <p:cNvPr id="48" name="Google Shape;48;p4"/>
              <p:cNvPicPr preferRelativeResize="0"/>
              <p:nvPr/>
            </p:nvPicPr>
            <p:blipFill>
              <a:blip r:embed="rId8">
                <a:alphaModFix/>
              </a:blip>
              <a:stretch>
                <a:fillRect/>
              </a:stretch>
            </p:blipFill>
            <p:spPr>
              <a:xfrm>
                <a:off x="98357" y="66805"/>
                <a:ext cx="538674" cy="552476"/>
              </a:xfrm>
              <a:prstGeom prst="rect">
                <a:avLst/>
              </a:prstGeom>
              <a:noFill/>
              <a:ln>
                <a:noFill/>
              </a:ln>
            </p:spPr>
          </p:pic>
          <p:pic>
            <p:nvPicPr>
              <p:cNvPr id="49" name="Google Shape;49;p4"/>
              <p:cNvPicPr preferRelativeResize="0"/>
              <p:nvPr/>
            </p:nvPicPr>
            <p:blipFill rotWithShape="1">
              <a:blip r:embed="rId9">
                <a:alphaModFix/>
              </a:blip>
              <a:srcRect b="0" l="49481" r="49482" t="0"/>
              <a:stretch/>
            </p:blipFill>
            <p:spPr>
              <a:xfrm rot="-5400000">
                <a:off x="2193731" y="-2440700"/>
                <a:ext cx="77649" cy="5567477"/>
              </a:xfrm>
              <a:prstGeom prst="rect">
                <a:avLst/>
              </a:prstGeom>
              <a:noFill/>
              <a:ln>
                <a:noFill/>
              </a:ln>
            </p:spPr>
          </p:pic>
        </p:grpSp>
        <p:grpSp>
          <p:nvGrpSpPr>
            <p:cNvPr id="50" name="Google Shape;50;p4"/>
            <p:cNvGrpSpPr/>
            <p:nvPr/>
          </p:nvGrpSpPr>
          <p:grpSpPr>
            <a:xfrm>
              <a:off x="5397280" y="2238125"/>
              <a:ext cx="5567477" cy="5567477"/>
              <a:chOff x="5397280" y="2238125"/>
              <a:chExt cx="5567477" cy="5567477"/>
            </a:xfrm>
          </p:grpSpPr>
          <p:pic>
            <p:nvPicPr>
              <p:cNvPr id="51" name="Google Shape;51;p4"/>
              <p:cNvPicPr preferRelativeResize="0"/>
              <p:nvPr/>
            </p:nvPicPr>
            <p:blipFill>
              <a:blip r:embed="rId3">
                <a:alphaModFix/>
              </a:blip>
              <a:stretch>
                <a:fillRect/>
              </a:stretch>
            </p:blipFill>
            <p:spPr>
              <a:xfrm>
                <a:off x="8574225" y="3357476"/>
                <a:ext cx="1719374" cy="1981768"/>
              </a:xfrm>
              <a:prstGeom prst="rect">
                <a:avLst/>
              </a:prstGeom>
              <a:noFill/>
              <a:ln>
                <a:noFill/>
              </a:ln>
            </p:spPr>
          </p:pic>
          <p:pic>
            <p:nvPicPr>
              <p:cNvPr id="52" name="Google Shape;52;p4"/>
              <p:cNvPicPr preferRelativeResize="0"/>
              <p:nvPr/>
            </p:nvPicPr>
            <p:blipFill>
              <a:blip r:embed="rId6">
                <a:alphaModFix/>
              </a:blip>
              <a:stretch>
                <a:fillRect/>
              </a:stretch>
            </p:blipFill>
            <p:spPr>
              <a:xfrm>
                <a:off x="8423988" y="3128881"/>
                <a:ext cx="1719374" cy="1981768"/>
              </a:xfrm>
              <a:prstGeom prst="rect">
                <a:avLst/>
              </a:prstGeom>
              <a:noFill/>
              <a:ln>
                <a:noFill/>
              </a:ln>
            </p:spPr>
          </p:pic>
          <p:pic>
            <p:nvPicPr>
              <p:cNvPr id="53" name="Google Shape;53;p4"/>
              <p:cNvPicPr preferRelativeResize="0"/>
              <p:nvPr/>
            </p:nvPicPr>
            <p:blipFill>
              <a:blip r:embed="rId10">
                <a:alphaModFix/>
              </a:blip>
              <a:stretch>
                <a:fillRect/>
              </a:stretch>
            </p:blipFill>
            <p:spPr>
              <a:xfrm>
                <a:off x="8161438" y="3226850"/>
                <a:ext cx="538674" cy="552474"/>
              </a:xfrm>
              <a:prstGeom prst="rect">
                <a:avLst/>
              </a:prstGeom>
              <a:noFill/>
              <a:ln>
                <a:noFill/>
              </a:ln>
            </p:spPr>
          </p:pic>
          <p:pic>
            <p:nvPicPr>
              <p:cNvPr id="54" name="Google Shape;54;p4"/>
              <p:cNvPicPr preferRelativeResize="0"/>
              <p:nvPr/>
            </p:nvPicPr>
            <p:blipFill rotWithShape="1">
              <a:blip r:embed="rId9">
                <a:alphaModFix/>
              </a:blip>
              <a:srcRect b="0" l="49481" r="49482" t="0"/>
              <a:stretch/>
            </p:blipFill>
            <p:spPr>
              <a:xfrm>
                <a:off x="8776302" y="2238125"/>
                <a:ext cx="77649" cy="5567477"/>
              </a:xfrm>
              <a:prstGeom prst="rect">
                <a:avLst/>
              </a:prstGeom>
              <a:noFill/>
              <a:ln>
                <a:noFill/>
              </a:ln>
            </p:spPr>
          </p:pic>
          <p:pic>
            <p:nvPicPr>
              <p:cNvPr id="55" name="Google Shape;55;p4"/>
              <p:cNvPicPr preferRelativeResize="0"/>
              <p:nvPr/>
            </p:nvPicPr>
            <p:blipFill rotWithShape="1">
              <a:blip r:embed="rId9">
                <a:alphaModFix/>
              </a:blip>
              <a:srcRect b="0" l="49481" r="49482" t="0"/>
              <a:stretch/>
            </p:blipFill>
            <p:spPr>
              <a:xfrm rot="-5400000">
                <a:off x="8142194" y="1824825"/>
                <a:ext cx="77649" cy="5567477"/>
              </a:xfrm>
              <a:prstGeom prst="rect">
                <a:avLst/>
              </a:prstGeom>
              <a:noFill/>
              <a:ln>
                <a:noFill/>
              </a:ln>
            </p:spPr>
          </p:pic>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6" name="Shape 56"/>
        <p:cNvGrpSpPr/>
        <p:nvPr/>
      </p:nvGrpSpPr>
      <p:grpSpPr>
        <a:xfrm>
          <a:off x="0" y="0"/>
          <a:ext cx="0" cy="0"/>
          <a:chOff x="0" y="0"/>
          <a:chExt cx="0" cy="0"/>
        </a:xfrm>
      </p:grpSpPr>
      <p:pic>
        <p:nvPicPr>
          <p:cNvPr id="57" name="Google Shape;57;p5"/>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58" name="Google Shape;58;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9" name="Google Shape;59;p5"/>
          <p:cNvSpPr txBox="1"/>
          <p:nvPr>
            <p:ph idx="1" type="subTitle"/>
          </p:nvPr>
        </p:nvSpPr>
        <p:spPr>
          <a:xfrm>
            <a:off x="5243350" y="3715700"/>
            <a:ext cx="21294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0" name="Google Shape;60;p5"/>
          <p:cNvSpPr txBox="1"/>
          <p:nvPr>
            <p:ph idx="2" type="subTitle"/>
          </p:nvPr>
        </p:nvSpPr>
        <p:spPr>
          <a:xfrm>
            <a:off x="1771250" y="3715700"/>
            <a:ext cx="21294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1" name="Google Shape;61;p5"/>
          <p:cNvSpPr txBox="1"/>
          <p:nvPr>
            <p:ph idx="3" type="subTitle"/>
          </p:nvPr>
        </p:nvSpPr>
        <p:spPr>
          <a:xfrm>
            <a:off x="5243350" y="3434575"/>
            <a:ext cx="2129400" cy="4299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62" name="Google Shape;62;p5"/>
          <p:cNvSpPr txBox="1"/>
          <p:nvPr>
            <p:ph idx="4" type="subTitle"/>
          </p:nvPr>
        </p:nvSpPr>
        <p:spPr>
          <a:xfrm>
            <a:off x="1771250" y="3434575"/>
            <a:ext cx="2129400" cy="4299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grpSp>
        <p:nvGrpSpPr>
          <p:cNvPr id="63" name="Google Shape;63;p5"/>
          <p:cNvGrpSpPr/>
          <p:nvPr/>
        </p:nvGrpSpPr>
        <p:grpSpPr>
          <a:xfrm>
            <a:off x="-451875" y="3861960"/>
            <a:ext cx="1811200" cy="1849115"/>
            <a:chOff x="-451875" y="3861960"/>
            <a:chExt cx="1811200" cy="1849115"/>
          </a:xfrm>
        </p:grpSpPr>
        <p:pic>
          <p:nvPicPr>
            <p:cNvPr id="64" name="Google Shape;64;p5"/>
            <p:cNvPicPr preferRelativeResize="0"/>
            <p:nvPr/>
          </p:nvPicPr>
          <p:blipFill>
            <a:blip r:embed="rId3">
              <a:alphaModFix/>
            </a:blip>
            <a:stretch>
              <a:fillRect/>
            </a:stretch>
          </p:blipFill>
          <p:spPr>
            <a:xfrm>
              <a:off x="-301850" y="4163014"/>
              <a:ext cx="1315225" cy="1515947"/>
            </a:xfrm>
            <a:prstGeom prst="rect">
              <a:avLst/>
            </a:prstGeom>
            <a:noFill/>
            <a:ln>
              <a:noFill/>
            </a:ln>
          </p:spPr>
        </p:pic>
        <p:pic>
          <p:nvPicPr>
            <p:cNvPr id="65" name="Google Shape;65;p5"/>
            <p:cNvPicPr preferRelativeResize="0"/>
            <p:nvPr/>
          </p:nvPicPr>
          <p:blipFill>
            <a:blip r:embed="rId4">
              <a:alphaModFix/>
            </a:blip>
            <a:stretch>
              <a:fillRect/>
            </a:stretch>
          </p:blipFill>
          <p:spPr>
            <a:xfrm>
              <a:off x="-451875" y="3861960"/>
              <a:ext cx="1560500" cy="1849115"/>
            </a:xfrm>
            <a:prstGeom prst="rect">
              <a:avLst/>
            </a:prstGeom>
            <a:noFill/>
            <a:ln>
              <a:noFill/>
            </a:ln>
          </p:spPr>
        </p:pic>
        <p:pic>
          <p:nvPicPr>
            <p:cNvPr id="66" name="Google Shape;66;p5"/>
            <p:cNvPicPr preferRelativeResize="0"/>
            <p:nvPr/>
          </p:nvPicPr>
          <p:blipFill>
            <a:blip r:embed="rId5">
              <a:alphaModFix/>
            </a:blip>
            <a:stretch>
              <a:fillRect/>
            </a:stretch>
          </p:blipFill>
          <p:spPr>
            <a:xfrm>
              <a:off x="820651" y="4510275"/>
              <a:ext cx="538674" cy="552474"/>
            </a:xfrm>
            <a:prstGeom prst="rect">
              <a:avLst/>
            </a:prstGeom>
            <a:noFill/>
            <a:ln>
              <a:noFill/>
            </a:ln>
          </p:spPr>
        </p:pic>
        <p:pic>
          <p:nvPicPr>
            <p:cNvPr id="67" name="Google Shape;67;p5"/>
            <p:cNvPicPr preferRelativeResize="0"/>
            <p:nvPr/>
          </p:nvPicPr>
          <p:blipFill rotWithShape="1">
            <a:blip r:embed="rId6">
              <a:alphaModFix/>
            </a:blip>
            <a:srcRect b="0" l="45530" r="45530" t="0"/>
            <a:stretch/>
          </p:blipFill>
          <p:spPr>
            <a:xfrm flipH="1">
              <a:off x="820650" y="4369015"/>
              <a:ext cx="77654" cy="834994"/>
            </a:xfrm>
            <a:prstGeom prst="rect">
              <a:avLst/>
            </a:prstGeom>
            <a:noFill/>
            <a:ln>
              <a:noFill/>
            </a:ln>
          </p:spPr>
        </p:pic>
      </p:grpSp>
      <p:grpSp>
        <p:nvGrpSpPr>
          <p:cNvPr id="68" name="Google Shape;68;p5"/>
          <p:cNvGrpSpPr/>
          <p:nvPr/>
        </p:nvGrpSpPr>
        <p:grpSpPr>
          <a:xfrm>
            <a:off x="-4993120" y="-2732850"/>
            <a:ext cx="5775301" cy="6040181"/>
            <a:chOff x="-4993120" y="-2732850"/>
            <a:chExt cx="5775301" cy="6040181"/>
          </a:xfrm>
        </p:grpSpPr>
        <p:pic>
          <p:nvPicPr>
            <p:cNvPr id="69" name="Google Shape;69;p5"/>
            <p:cNvPicPr preferRelativeResize="0"/>
            <p:nvPr/>
          </p:nvPicPr>
          <p:blipFill>
            <a:blip r:embed="rId3">
              <a:alphaModFix/>
            </a:blip>
            <a:stretch>
              <a:fillRect/>
            </a:stretch>
          </p:blipFill>
          <p:spPr>
            <a:xfrm>
              <a:off x="-847125" y="1508702"/>
              <a:ext cx="1560501" cy="1798629"/>
            </a:xfrm>
            <a:prstGeom prst="rect">
              <a:avLst/>
            </a:prstGeom>
            <a:noFill/>
            <a:ln>
              <a:noFill/>
            </a:ln>
          </p:spPr>
        </p:pic>
        <p:pic>
          <p:nvPicPr>
            <p:cNvPr id="70" name="Google Shape;70;p5"/>
            <p:cNvPicPr preferRelativeResize="0"/>
            <p:nvPr/>
          </p:nvPicPr>
          <p:blipFill>
            <a:blip r:embed="rId7">
              <a:alphaModFix/>
            </a:blip>
            <a:stretch>
              <a:fillRect/>
            </a:stretch>
          </p:blipFill>
          <p:spPr>
            <a:xfrm>
              <a:off x="-1155162" y="1188531"/>
              <a:ext cx="1719374" cy="1981768"/>
            </a:xfrm>
            <a:prstGeom prst="rect">
              <a:avLst/>
            </a:prstGeom>
            <a:noFill/>
            <a:ln>
              <a:noFill/>
            </a:ln>
          </p:spPr>
        </p:pic>
        <p:pic>
          <p:nvPicPr>
            <p:cNvPr id="71" name="Google Shape;71;p5"/>
            <p:cNvPicPr preferRelativeResize="0"/>
            <p:nvPr/>
          </p:nvPicPr>
          <p:blipFill rotWithShape="1">
            <a:blip r:embed="rId6">
              <a:alphaModFix/>
            </a:blip>
            <a:srcRect b="0" l="45530" r="45530" t="0"/>
            <a:stretch/>
          </p:blipFill>
          <p:spPr>
            <a:xfrm flipH="1" rot="3600013">
              <a:off x="19136" y="2334839"/>
              <a:ext cx="77654" cy="834994"/>
            </a:xfrm>
            <a:prstGeom prst="rect">
              <a:avLst/>
            </a:prstGeom>
            <a:noFill/>
            <a:ln>
              <a:noFill/>
            </a:ln>
          </p:spPr>
        </p:pic>
        <p:pic>
          <p:nvPicPr>
            <p:cNvPr id="72" name="Google Shape;72;p5"/>
            <p:cNvPicPr preferRelativeResize="0"/>
            <p:nvPr/>
          </p:nvPicPr>
          <p:blipFill>
            <a:blip r:embed="rId8">
              <a:alphaModFix/>
            </a:blip>
            <a:stretch>
              <a:fillRect/>
            </a:stretch>
          </p:blipFill>
          <p:spPr>
            <a:xfrm>
              <a:off x="243507" y="2314130"/>
              <a:ext cx="538674" cy="552476"/>
            </a:xfrm>
            <a:prstGeom prst="rect">
              <a:avLst/>
            </a:prstGeom>
            <a:noFill/>
            <a:ln>
              <a:noFill/>
            </a:ln>
          </p:spPr>
        </p:pic>
        <p:pic>
          <p:nvPicPr>
            <p:cNvPr id="73" name="Google Shape;73;p5"/>
            <p:cNvPicPr preferRelativeResize="0"/>
            <p:nvPr/>
          </p:nvPicPr>
          <p:blipFill rotWithShape="1">
            <a:blip r:embed="rId9">
              <a:alphaModFix/>
            </a:blip>
            <a:srcRect b="0" l="49481" r="49482" t="0"/>
            <a:stretch/>
          </p:blipFill>
          <p:spPr>
            <a:xfrm>
              <a:off x="468675" y="-2732850"/>
              <a:ext cx="77649" cy="5727549"/>
            </a:xfrm>
            <a:prstGeom prst="rect">
              <a:avLst/>
            </a:prstGeom>
            <a:noFill/>
            <a:ln>
              <a:noFill/>
            </a:ln>
          </p:spPr>
        </p:pic>
        <p:pic>
          <p:nvPicPr>
            <p:cNvPr id="74" name="Google Shape;74;p5"/>
            <p:cNvPicPr preferRelativeResize="0"/>
            <p:nvPr/>
          </p:nvPicPr>
          <p:blipFill rotWithShape="1">
            <a:blip r:embed="rId9">
              <a:alphaModFix/>
            </a:blip>
            <a:srcRect b="0" l="49481" r="49482" t="0"/>
            <a:stretch/>
          </p:blipFill>
          <p:spPr>
            <a:xfrm rot="-5400000">
              <a:off x="-2248206" y="-210862"/>
              <a:ext cx="77649" cy="5567477"/>
            </a:xfrm>
            <a:prstGeom prst="rect">
              <a:avLst/>
            </a:prstGeom>
            <a:noFill/>
            <a:ln>
              <a:noFill/>
            </a:ln>
          </p:spPr>
        </p:pic>
      </p:grpSp>
      <p:grpSp>
        <p:nvGrpSpPr>
          <p:cNvPr id="75" name="Google Shape;75;p5"/>
          <p:cNvGrpSpPr/>
          <p:nvPr/>
        </p:nvGrpSpPr>
        <p:grpSpPr>
          <a:xfrm>
            <a:off x="8566337" y="2782271"/>
            <a:ext cx="1315225" cy="1558485"/>
            <a:chOff x="8566337" y="2782271"/>
            <a:chExt cx="1315225" cy="1558485"/>
          </a:xfrm>
        </p:grpSpPr>
        <p:pic>
          <p:nvPicPr>
            <p:cNvPr id="76" name="Google Shape;76;p5"/>
            <p:cNvPicPr preferRelativeResize="0"/>
            <p:nvPr/>
          </p:nvPicPr>
          <p:blipFill>
            <a:blip r:embed="rId3">
              <a:alphaModFix/>
            </a:blip>
            <a:stretch>
              <a:fillRect/>
            </a:stretch>
          </p:blipFill>
          <p:spPr>
            <a:xfrm>
              <a:off x="8692782" y="3036008"/>
              <a:ext cx="1108501" cy="1277681"/>
            </a:xfrm>
            <a:prstGeom prst="rect">
              <a:avLst/>
            </a:prstGeom>
            <a:noFill/>
            <a:ln>
              <a:noFill/>
            </a:ln>
          </p:spPr>
        </p:pic>
        <p:pic>
          <p:nvPicPr>
            <p:cNvPr id="77" name="Google Shape;77;p5"/>
            <p:cNvPicPr preferRelativeResize="0"/>
            <p:nvPr/>
          </p:nvPicPr>
          <p:blipFill>
            <a:blip r:embed="rId4">
              <a:alphaModFix/>
            </a:blip>
            <a:stretch>
              <a:fillRect/>
            </a:stretch>
          </p:blipFill>
          <p:spPr>
            <a:xfrm>
              <a:off x="8566337" y="2782271"/>
              <a:ext cx="1315225" cy="1558485"/>
            </a:xfrm>
            <a:prstGeom prst="rect">
              <a:avLst/>
            </a:prstGeom>
            <a:noFill/>
            <a:ln>
              <a:noFill/>
            </a:ln>
          </p:spPr>
        </p:pic>
      </p:grpSp>
      <p:grpSp>
        <p:nvGrpSpPr>
          <p:cNvPr id="78" name="Google Shape;78;p5"/>
          <p:cNvGrpSpPr/>
          <p:nvPr/>
        </p:nvGrpSpPr>
        <p:grpSpPr>
          <a:xfrm>
            <a:off x="7487238" y="4062331"/>
            <a:ext cx="1869611" cy="2210363"/>
            <a:chOff x="7487238" y="4062331"/>
            <a:chExt cx="1869611" cy="2210363"/>
          </a:xfrm>
        </p:grpSpPr>
        <p:pic>
          <p:nvPicPr>
            <p:cNvPr id="79" name="Google Shape;79;p5"/>
            <p:cNvPicPr preferRelativeResize="0"/>
            <p:nvPr/>
          </p:nvPicPr>
          <p:blipFill>
            <a:blip r:embed="rId3">
              <a:alphaModFix/>
            </a:blip>
            <a:stretch>
              <a:fillRect/>
            </a:stretch>
          </p:blipFill>
          <p:spPr>
            <a:xfrm>
              <a:off x="7637475" y="4290926"/>
              <a:ext cx="1719374" cy="1981768"/>
            </a:xfrm>
            <a:prstGeom prst="rect">
              <a:avLst/>
            </a:prstGeom>
            <a:noFill/>
            <a:ln>
              <a:noFill/>
            </a:ln>
          </p:spPr>
        </p:pic>
        <p:pic>
          <p:nvPicPr>
            <p:cNvPr id="80" name="Google Shape;80;p5"/>
            <p:cNvPicPr preferRelativeResize="0"/>
            <p:nvPr/>
          </p:nvPicPr>
          <p:blipFill>
            <a:blip r:embed="rId7">
              <a:alphaModFix/>
            </a:blip>
            <a:stretch>
              <a:fillRect/>
            </a:stretch>
          </p:blipFill>
          <p:spPr>
            <a:xfrm>
              <a:off x="7487238" y="4062331"/>
              <a:ext cx="1719374" cy="1981768"/>
            </a:xfrm>
            <a:prstGeom prst="rect">
              <a:avLst/>
            </a:prstGeom>
            <a:noFill/>
            <a:ln>
              <a:noFill/>
            </a:ln>
          </p:spPr>
        </p:pic>
        <p:pic>
          <p:nvPicPr>
            <p:cNvPr id="81" name="Google Shape;81;p5"/>
            <p:cNvPicPr preferRelativeResize="0"/>
            <p:nvPr/>
          </p:nvPicPr>
          <p:blipFill rotWithShape="1">
            <a:blip r:embed="rId6">
              <a:alphaModFix/>
            </a:blip>
            <a:srcRect b="0" l="45530" r="45530" t="0"/>
            <a:stretch/>
          </p:blipFill>
          <p:spPr>
            <a:xfrm flipH="1">
              <a:off x="7636024" y="4602400"/>
              <a:ext cx="77654" cy="890700"/>
            </a:xfrm>
            <a:prstGeom prst="rect">
              <a:avLst/>
            </a:prstGeom>
            <a:noFill/>
            <a:ln>
              <a:noFill/>
            </a:ln>
          </p:spPr>
        </p:pic>
      </p:grpSp>
      <p:pic>
        <p:nvPicPr>
          <p:cNvPr id="82" name="Google Shape;82;p5"/>
          <p:cNvPicPr preferRelativeResize="0"/>
          <p:nvPr/>
        </p:nvPicPr>
        <p:blipFill rotWithShape="1">
          <a:blip r:embed="rId9">
            <a:alphaModFix/>
          </a:blip>
          <a:srcRect b="0" l="49481" r="49482" t="0"/>
          <a:stretch/>
        </p:blipFill>
        <p:spPr>
          <a:xfrm>
            <a:off x="8391952" y="2264000"/>
            <a:ext cx="77649" cy="556747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pic>
        <p:nvPicPr>
          <p:cNvPr id="84" name="Google Shape;84;p6"/>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85" name="Google Shape;8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86" name="Google Shape;86;p6"/>
          <p:cNvGrpSpPr/>
          <p:nvPr/>
        </p:nvGrpSpPr>
        <p:grpSpPr>
          <a:xfrm>
            <a:off x="6776917" y="-211987"/>
            <a:ext cx="5567477" cy="5567477"/>
            <a:chOff x="6776917" y="-211987"/>
            <a:chExt cx="5567477" cy="5567477"/>
          </a:xfrm>
        </p:grpSpPr>
        <p:pic>
          <p:nvPicPr>
            <p:cNvPr id="87" name="Google Shape;87;p6"/>
            <p:cNvPicPr preferRelativeResize="0"/>
            <p:nvPr/>
          </p:nvPicPr>
          <p:blipFill>
            <a:blip r:embed="rId3">
              <a:alphaModFix/>
            </a:blip>
            <a:stretch>
              <a:fillRect/>
            </a:stretch>
          </p:blipFill>
          <p:spPr>
            <a:xfrm>
              <a:off x="8442252" y="3325162"/>
              <a:ext cx="1435102" cy="1654123"/>
            </a:xfrm>
            <a:prstGeom prst="rect">
              <a:avLst/>
            </a:prstGeom>
            <a:noFill/>
            <a:ln>
              <a:noFill/>
            </a:ln>
          </p:spPr>
        </p:pic>
        <p:pic>
          <p:nvPicPr>
            <p:cNvPr id="88" name="Google Shape;88;p6"/>
            <p:cNvPicPr preferRelativeResize="0"/>
            <p:nvPr/>
          </p:nvPicPr>
          <p:blipFill>
            <a:blip r:embed="rId4">
              <a:alphaModFix/>
            </a:blip>
            <a:stretch>
              <a:fillRect/>
            </a:stretch>
          </p:blipFill>
          <p:spPr>
            <a:xfrm>
              <a:off x="8567649" y="2928302"/>
              <a:ext cx="1435102" cy="1654123"/>
            </a:xfrm>
            <a:prstGeom prst="rect">
              <a:avLst/>
            </a:prstGeom>
            <a:noFill/>
            <a:ln>
              <a:noFill/>
            </a:ln>
          </p:spPr>
        </p:pic>
        <p:pic>
          <p:nvPicPr>
            <p:cNvPr id="89" name="Google Shape;89;p6"/>
            <p:cNvPicPr preferRelativeResize="0"/>
            <p:nvPr/>
          </p:nvPicPr>
          <p:blipFill>
            <a:blip r:embed="rId5">
              <a:alphaModFix/>
            </a:blip>
            <a:stretch>
              <a:fillRect/>
            </a:stretch>
          </p:blipFill>
          <p:spPr>
            <a:xfrm>
              <a:off x="8181213" y="4313288"/>
              <a:ext cx="538674" cy="552474"/>
            </a:xfrm>
            <a:prstGeom prst="rect">
              <a:avLst/>
            </a:prstGeom>
            <a:noFill/>
            <a:ln>
              <a:noFill/>
            </a:ln>
          </p:spPr>
        </p:pic>
        <p:pic>
          <p:nvPicPr>
            <p:cNvPr id="90" name="Google Shape;90;p6"/>
            <p:cNvPicPr preferRelativeResize="0"/>
            <p:nvPr/>
          </p:nvPicPr>
          <p:blipFill rotWithShape="1">
            <a:blip r:embed="rId6">
              <a:alphaModFix/>
            </a:blip>
            <a:srcRect b="0" l="49481" r="49482" t="0"/>
            <a:stretch/>
          </p:blipFill>
          <p:spPr>
            <a:xfrm>
              <a:off x="8430769" y="-211987"/>
              <a:ext cx="77649" cy="5567477"/>
            </a:xfrm>
            <a:prstGeom prst="rect">
              <a:avLst/>
            </a:prstGeom>
            <a:noFill/>
            <a:ln>
              <a:noFill/>
            </a:ln>
          </p:spPr>
        </p:pic>
        <p:pic>
          <p:nvPicPr>
            <p:cNvPr id="91" name="Google Shape;91;p6"/>
            <p:cNvPicPr preferRelativeResize="0"/>
            <p:nvPr/>
          </p:nvPicPr>
          <p:blipFill rotWithShape="1">
            <a:blip r:embed="rId6">
              <a:alphaModFix/>
            </a:blip>
            <a:srcRect b="0" l="49481" r="49482" t="0"/>
            <a:stretch/>
          </p:blipFill>
          <p:spPr>
            <a:xfrm rot="-5400000">
              <a:off x="9521831" y="1788563"/>
              <a:ext cx="77649" cy="5567477"/>
            </a:xfrm>
            <a:prstGeom prst="rect">
              <a:avLst/>
            </a:prstGeom>
            <a:noFill/>
            <a:ln>
              <a:noFill/>
            </a:ln>
          </p:spPr>
        </p:pic>
        <p:pic>
          <p:nvPicPr>
            <p:cNvPr id="92" name="Google Shape;92;p6"/>
            <p:cNvPicPr preferRelativeResize="0"/>
            <p:nvPr/>
          </p:nvPicPr>
          <p:blipFill rotWithShape="1">
            <a:blip r:embed="rId7">
              <a:alphaModFix/>
            </a:blip>
            <a:srcRect b="0" l="45530" r="45530" t="0"/>
            <a:stretch/>
          </p:blipFill>
          <p:spPr>
            <a:xfrm flipH="1" rot="-7199987">
              <a:off x="8914987" y="3158525"/>
              <a:ext cx="77654" cy="89070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3" name="Shape 93"/>
        <p:cNvGrpSpPr/>
        <p:nvPr/>
      </p:nvGrpSpPr>
      <p:grpSpPr>
        <a:xfrm>
          <a:off x="0" y="0"/>
          <a:ext cx="0" cy="0"/>
          <a:chOff x="0" y="0"/>
          <a:chExt cx="0" cy="0"/>
        </a:xfrm>
      </p:grpSpPr>
      <p:pic>
        <p:nvPicPr>
          <p:cNvPr id="94" name="Google Shape;94;p7"/>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95" name="Google Shape;95;p7"/>
          <p:cNvSpPr txBox="1"/>
          <p:nvPr>
            <p:ph idx="1" type="subTitle"/>
          </p:nvPr>
        </p:nvSpPr>
        <p:spPr>
          <a:xfrm>
            <a:off x="713229" y="2956694"/>
            <a:ext cx="5464500" cy="1152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 name="Google Shape;96;p7"/>
          <p:cNvSpPr txBox="1"/>
          <p:nvPr>
            <p:ph idx="2" type="subTitle"/>
          </p:nvPr>
        </p:nvSpPr>
        <p:spPr>
          <a:xfrm>
            <a:off x="713225" y="1549675"/>
            <a:ext cx="5464500" cy="1152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7" name="Google Shape;97;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98" name="Google Shape;98;p7"/>
          <p:cNvGrpSpPr/>
          <p:nvPr/>
        </p:nvGrpSpPr>
        <p:grpSpPr>
          <a:xfrm>
            <a:off x="8473413" y="1241682"/>
            <a:ext cx="1868547" cy="2347264"/>
            <a:chOff x="8473413" y="1241682"/>
            <a:chExt cx="1868547" cy="2347264"/>
          </a:xfrm>
        </p:grpSpPr>
        <p:pic>
          <p:nvPicPr>
            <p:cNvPr id="99" name="Google Shape;99;p7"/>
            <p:cNvPicPr preferRelativeResize="0"/>
            <p:nvPr/>
          </p:nvPicPr>
          <p:blipFill>
            <a:blip r:embed="rId3">
              <a:alphaModFix/>
            </a:blip>
            <a:stretch>
              <a:fillRect/>
            </a:stretch>
          </p:blipFill>
          <p:spPr>
            <a:xfrm flipH="1" rot="10800000">
              <a:off x="8781450" y="1470127"/>
              <a:ext cx="1560510" cy="1798675"/>
            </a:xfrm>
            <a:prstGeom prst="rect">
              <a:avLst/>
            </a:prstGeom>
            <a:noFill/>
            <a:ln>
              <a:noFill/>
            </a:ln>
          </p:spPr>
        </p:pic>
        <p:pic>
          <p:nvPicPr>
            <p:cNvPr id="100" name="Google Shape;100;p7"/>
            <p:cNvPicPr preferRelativeResize="0"/>
            <p:nvPr/>
          </p:nvPicPr>
          <p:blipFill>
            <a:blip r:embed="rId4">
              <a:alphaModFix/>
            </a:blip>
            <a:stretch>
              <a:fillRect/>
            </a:stretch>
          </p:blipFill>
          <p:spPr>
            <a:xfrm flipH="1" rot="10800000">
              <a:off x="8473413" y="1607178"/>
              <a:ext cx="1719374" cy="1981768"/>
            </a:xfrm>
            <a:prstGeom prst="rect">
              <a:avLst/>
            </a:prstGeom>
            <a:noFill/>
            <a:ln>
              <a:noFill/>
            </a:ln>
          </p:spPr>
        </p:pic>
        <p:pic>
          <p:nvPicPr>
            <p:cNvPr id="101" name="Google Shape;101;p7"/>
            <p:cNvPicPr preferRelativeResize="0"/>
            <p:nvPr/>
          </p:nvPicPr>
          <p:blipFill>
            <a:blip r:embed="rId5">
              <a:alphaModFix/>
            </a:blip>
            <a:stretch>
              <a:fillRect/>
            </a:stretch>
          </p:blipFill>
          <p:spPr>
            <a:xfrm flipH="1" rot="10800000">
              <a:off x="9045182" y="1241682"/>
              <a:ext cx="538674" cy="552476"/>
            </a:xfrm>
            <a:prstGeom prst="rect">
              <a:avLst/>
            </a:prstGeom>
            <a:noFill/>
            <a:ln>
              <a:noFill/>
            </a:ln>
          </p:spPr>
        </p:pic>
      </p:grpSp>
      <p:grpSp>
        <p:nvGrpSpPr>
          <p:cNvPr id="102" name="Google Shape;102;p7"/>
          <p:cNvGrpSpPr/>
          <p:nvPr/>
        </p:nvGrpSpPr>
        <p:grpSpPr>
          <a:xfrm>
            <a:off x="-4105583" y="4408532"/>
            <a:ext cx="5567477" cy="552476"/>
            <a:chOff x="-4105583" y="4408532"/>
            <a:chExt cx="5567477" cy="552476"/>
          </a:xfrm>
        </p:grpSpPr>
        <p:pic>
          <p:nvPicPr>
            <p:cNvPr id="103" name="Google Shape;103;p7"/>
            <p:cNvPicPr preferRelativeResize="0"/>
            <p:nvPr/>
          </p:nvPicPr>
          <p:blipFill>
            <a:blip r:embed="rId5">
              <a:alphaModFix/>
            </a:blip>
            <a:stretch>
              <a:fillRect/>
            </a:stretch>
          </p:blipFill>
          <p:spPr>
            <a:xfrm flipH="1" rot="10800000">
              <a:off x="228607" y="4408532"/>
              <a:ext cx="538674" cy="552476"/>
            </a:xfrm>
            <a:prstGeom prst="rect">
              <a:avLst/>
            </a:prstGeom>
            <a:noFill/>
            <a:ln>
              <a:noFill/>
            </a:ln>
          </p:spPr>
        </p:pic>
        <p:pic>
          <p:nvPicPr>
            <p:cNvPr id="104" name="Google Shape;104;p7"/>
            <p:cNvPicPr preferRelativeResize="0"/>
            <p:nvPr/>
          </p:nvPicPr>
          <p:blipFill rotWithShape="1">
            <a:blip r:embed="rId6">
              <a:alphaModFix/>
            </a:blip>
            <a:srcRect b="0" l="49481" r="49482" t="0"/>
            <a:stretch/>
          </p:blipFill>
          <p:spPr>
            <a:xfrm flipH="1" rot="-5400000">
              <a:off x="-1360669" y="1901038"/>
              <a:ext cx="77649" cy="5567477"/>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pic>
        <p:nvPicPr>
          <p:cNvPr id="106" name="Google Shape;106;p8"/>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07" name="Google Shape;107;p8"/>
          <p:cNvSpPr txBox="1"/>
          <p:nvPr>
            <p:ph type="title"/>
          </p:nvPr>
        </p:nvSpPr>
        <p:spPr>
          <a:xfrm>
            <a:off x="2603550" y="1569300"/>
            <a:ext cx="3936900" cy="2004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08" name="Google Shape;108;p8"/>
          <p:cNvGrpSpPr/>
          <p:nvPr/>
        </p:nvGrpSpPr>
        <p:grpSpPr>
          <a:xfrm>
            <a:off x="-807885" y="3562493"/>
            <a:ext cx="1701355" cy="1929226"/>
            <a:chOff x="-807885" y="3562493"/>
            <a:chExt cx="1701355" cy="1929226"/>
          </a:xfrm>
        </p:grpSpPr>
        <p:pic>
          <p:nvPicPr>
            <p:cNvPr id="109" name="Google Shape;109;p8"/>
            <p:cNvPicPr preferRelativeResize="0"/>
            <p:nvPr/>
          </p:nvPicPr>
          <p:blipFill>
            <a:blip r:embed="rId3">
              <a:alphaModFix/>
            </a:blip>
            <a:stretch>
              <a:fillRect/>
            </a:stretch>
          </p:blipFill>
          <p:spPr>
            <a:xfrm>
              <a:off x="-527409" y="3854018"/>
              <a:ext cx="1420879" cy="1637701"/>
            </a:xfrm>
            <a:prstGeom prst="rect">
              <a:avLst/>
            </a:prstGeom>
            <a:noFill/>
            <a:ln>
              <a:noFill/>
            </a:ln>
          </p:spPr>
        </p:pic>
        <p:pic>
          <p:nvPicPr>
            <p:cNvPr id="110" name="Google Shape;110;p8"/>
            <p:cNvPicPr preferRelativeResize="0"/>
            <p:nvPr/>
          </p:nvPicPr>
          <p:blipFill>
            <a:blip r:embed="rId4">
              <a:alphaModFix/>
            </a:blip>
            <a:stretch>
              <a:fillRect/>
            </a:stretch>
          </p:blipFill>
          <p:spPr>
            <a:xfrm>
              <a:off x="-807885" y="3562493"/>
              <a:ext cx="1565537" cy="1804453"/>
            </a:xfrm>
            <a:prstGeom prst="rect">
              <a:avLst/>
            </a:prstGeom>
            <a:noFill/>
            <a:ln>
              <a:noFill/>
            </a:ln>
          </p:spPr>
        </p:pic>
        <p:pic>
          <p:nvPicPr>
            <p:cNvPr id="111" name="Google Shape;111;p8"/>
            <p:cNvPicPr preferRelativeResize="0"/>
            <p:nvPr/>
          </p:nvPicPr>
          <p:blipFill rotWithShape="1">
            <a:blip r:embed="rId5">
              <a:alphaModFix/>
            </a:blip>
            <a:srcRect b="0" l="45530" r="45530" t="0"/>
            <a:stretch/>
          </p:blipFill>
          <p:spPr>
            <a:xfrm flipH="1" rot="3599994">
              <a:off x="261346" y="4606238"/>
              <a:ext cx="70706" cy="760286"/>
            </a:xfrm>
            <a:prstGeom prst="rect">
              <a:avLst/>
            </a:prstGeom>
            <a:noFill/>
            <a:ln>
              <a:noFill/>
            </a:ln>
          </p:spPr>
        </p:pic>
      </p:grpSp>
      <p:grpSp>
        <p:nvGrpSpPr>
          <p:cNvPr id="112" name="Google Shape;112;p8"/>
          <p:cNvGrpSpPr/>
          <p:nvPr/>
        </p:nvGrpSpPr>
        <p:grpSpPr>
          <a:xfrm>
            <a:off x="-739971" y="608972"/>
            <a:ext cx="1761307" cy="2012596"/>
            <a:chOff x="-739971" y="608972"/>
            <a:chExt cx="1761307" cy="2012596"/>
          </a:xfrm>
        </p:grpSpPr>
        <p:grpSp>
          <p:nvGrpSpPr>
            <p:cNvPr id="113" name="Google Shape;113;p8"/>
            <p:cNvGrpSpPr/>
            <p:nvPr/>
          </p:nvGrpSpPr>
          <p:grpSpPr>
            <a:xfrm>
              <a:off x="-739971" y="608972"/>
              <a:ext cx="1713866" cy="2012596"/>
              <a:chOff x="-739971" y="608972"/>
              <a:chExt cx="1713866" cy="2012596"/>
            </a:xfrm>
          </p:grpSpPr>
          <p:pic>
            <p:nvPicPr>
              <p:cNvPr id="114" name="Google Shape;114;p8"/>
              <p:cNvPicPr preferRelativeResize="0"/>
              <p:nvPr/>
            </p:nvPicPr>
            <p:blipFill>
              <a:blip r:embed="rId3">
                <a:alphaModFix/>
              </a:blip>
              <a:stretch>
                <a:fillRect/>
              </a:stretch>
            </p:blipFill>
            <p:spPr>
              <a:xfrm>
                <a:off x="-603176" y="817114"/>
                <a:ext cx="1565537" cy="1804453"/>
              </a:xfrm>
              <a:prstGeom prst="rect">
                <a:avLst/>
              </a:prstGeom>
              <a:noFill/>
              <a:ln>
                <a:noFill/>
              </a:ln>
            </p:spPr>
          </p:pic>
          <p:pic>
            <p:nvPicPr>
              <p:cNvPr id="115" name="Google Shape;115;p8"/>
              <p:cNvPicPr preferRelativeResize="0"/>
              <p:nvPr/>
            </p:nvPicPr>
            <p:blipFill>
              <a:blip r:embed="rId4">
                <a:alphaModFix/>
              </a:blip>
              <a:stretch>
                <a:fillRect/>
              </a:stretch>
            </p:blipFill>
            <p:spPr>
              <a:xfrm>
                <a:off x="-739971" y="608972"/>
                <a:ext cx="1565537" cy="1804453"/>
              </a:xfrm>
              <a:prstGeom prst="rect">
                <a:avLst/>
              </a:prstGeom>
              <a:noFill/>
              <a:ln>
                <a:noFill/>
              </a:ln>
            </p:spPr>
          </p:pic>
          <p:pic>
            <p:nvPicPr>
              <p:cNvPr id="116" name="Google Shape;116;p8"/>
              <p:cNvPicPr preferRelativeResize="0"/>
              <p:nvPr/>
            </p:nvPicPr>
            <p:blipFill rotWithShape="1">
              <a:blip r:embed="rId5">
                <a:alphaModFix/>
              </a:blip>
              <a:srcRect b="0" l="45530" r="45530" t="0"/>
              <a:stretch/>
            </p:blipFill>
            <p:spPr>
              <a:xfrm flipH="1">
                <a:off x="903189" y="1100720"/>
                <a:ext cx="70706" cy="811007"/>
              </a:xfrm>
              <a:prstGeom prst="rect">
                <a:avLst/>
              </a:prstGeom>
              <a:noFill/>
              <a:ln>
                <a:noFill/>
              </a:ln>
            </p:spPr>
          </p:pic>
        </p:grpSp>
        <p:pic>
          <p:nvPicPr>
            <p:cNvPr id="117" name="Google Shape;117;p8"/>
            <p:cNvPicPr preferRelativeResize="0"/>
            <p:nvPr/>
          </p:nvPicPr>
          <p:blipFill>
            <a:blip r:embed="rId6">
              <a:alphaModFix/>
            </a:blip>
            <a:stretch>
              <a:fillRect/>
            </a:stretch>
          </p:blipFill>
          <p:spPr>
            <a:xfrm>
              <a:off x="530859" y="849196"/>
              <a:ext cx="490477" cy="503043"/>
            </a:xfrm>
            <a:prstGeom prst="rect">
              <a:avLst/>
            </a:prstGeom>
            <a:noFill/>
            <a:ln>
              <a:noFill/>
            </a:ln>
          </p:spPr>
        </p:pic>
      </p:grpSp>
      <p:grpSp>
        <p:nvGrpSpPr>
          <p:cNvPr id="118" name="Google Shape;118;p8"/>
          <p:cNvGrpSpPr/>
          <p:nvPr/>
        </p:nvGrpSpPr>
        <p:grpSpPr>
          <a:xfrm>
            <a:off x="8559748" y="544617"/>
            <a:ext cx="1438439" cy="1539640"/>
            <a:chOff x="8559748" y="544617"/>
            <a:chExt cx="1438439" cy="1539640"/>
          </a:xfrm>
        </p:grpSpPr>
        <p:pic>
          <p:nvPicPr>
            <p:cNvPr id="119" name="Google Shape;119;p8"/>
            <p:cNvPicPr preferRelativeResize="0"/>
            <p:nvPr/>
          </p:nvPicPr>
          <p:blipFill>
            <a:blip r:embed="rId3">
              <a:alphaModFix/>
            </a:blip>
            <a:stretch>
              <a:fillRect/>
            </a:stretch>
          </p:blipFill>
          <p:spPr>
            <a:xfrm rot="10800000">
              <a:off x="8873734" y="569262"/>
              <a:ext cx="1009322" cy="1163363"/>
            </a:xfrm>
            <a:prstGeom prst="rect">
              <a:avLst/>
            </a:prstGeom>
            <a:noFill/>
            <a:ln>
              <a:noFill/>
            </a:ln>
          </p:spPr>
        </p:pic>
        <p:pic>
          <p:nvPicPr>
            <p:cNvPr id="120" name="Google Shape;120;p8"/>
            <p:cNvPicPr preferRelativeResize="0"/>
            <p:nvPr/>
          </p:nvPicPr>
          <p:blipFill>
            <a:blip r:embed="rId7">
              <a:alphaModFix/>
            </a:blip>
            <a:stretch>
              <a:fillRect/>
            </a:stretch>
          </p:blipFill>
          <p:spPr>
            <a:xfrm rot="10800000">
              <a:off x="8800638" y="544617"/>
              <a:ext cx="1197549" cy="1419041"/>
            </a:xfrm>
            <a:prstGeom prst="rect">
              <a:avLst/>
            </a:prstGeom>
            <a:noFill/>
            <a:ln>
              <a:noFill/>
            </a:ln>
          </p:spPr>
        </p:pic>
        <p:pic>
          <p:nvPicPr>
            <p:cNvPr id="121" name="Google Shape;121;p8"/>
            <p:cNvPicPr preferRelativeResize="0"/>
            <p:nvPr/>
          </p:nvPicPr>
          <p:blipFill rotWithShape="1">
            <a:blip r:embed="rId5">
              <a:alphaModFix/>
            </a:blip>
            <a:srcRect b="0" l="45530" r="45530" t="0"/>
            <a:stretch/>
          </p:blipFill>
          <p:spPr>
            <a:xfrm flipH="1" rot="10800000">
              <a:off x="8645291" y="903619"/>
              <a:ext cx="70701" cy="684967"/>
            </a:xfrm>
            <a:prstGeom prst="rect">
              <a:avLst/>
            </a:prstGeom>
            <a:noFill/>
            <a:ln>
              <a:noFill/>
            </a:ln>
          </p:spPr>
        </p:pic>
        <p:pic>
          <p:nvPicPr>
            <p:cNvPr id="122" name="Google Shape;122;p8"/>
            <p:cNvPicPr preferRelativeResize="0"/>
            <p:nvPr/>
          </p:nvPicPr>
          <p:blipFill rotWithShape="1">
            <a:blip r:embed="rId5">
              <a:alphaModFix/>
            </a:blip>
            <a:srcRect b="0" l="45530" r="45530" t="0"/>
            <a:stretch/>
          </p:blipFill>
          <p:spPr>
            <a:xfrm flipH="1" rot="7200022">
              <a:off x="9012515" y="1539916"/>
              <a:ext cx="70701" cy="684969"/>
            </a:xfrm>
            <a:prstGeom prst="rect">
              <a:avLst/>
            </a:prstGeom>
            <a:noFill/>
            <a:ln>
              <a:noFill/>
            </a:ln>
          </p:spPr>
        </p:pic>
        <p:pic>
          <p:nvPicPr>
            <p:cNvPr id="123" name="Google Shape;123;p8"/>
            <p:cNvPicPr preferRelativeResize="0"/>
            <p:nvPr/>
          </p:nvPicPr>
          <p:blipFill>
            <a:blip r:embed="rId6">
              <a:alphaModFix/>
            </a:blip>
            <a:stretch>
              <a:fillRect/>
            </a:stretch>
          </p:blipFill>
          <p:spPr>
            <a:xfrm rot="10800000">
              <a:off x="8559748" y="1411261"/>
              <a:ext cx="490477" cy="503043"/>
            </a:xfrm>
            <a:prstGeom prst="rect">
              <a:avLst/>
            </a:prstGeom>
            <a:noFill/>
            <a:ln>
              <a:noFill/>
            </a:ln>
          </p:spPr>
        </p:pic>
      </p:grpSp>
      <p:grpSp>
        <p:nvGrpSpPr>
          <p:cNvPr id="124" name="Google Shape;124;p8"/>
          <p:cNvGrpSpPr/>
          <p:nvPr/>
        </p:nvGrpSpPr>
        <p:grpSpPr>
          <a:xfrm>
            <a:off x="7765278" y="-1235169"/>
            <a:ext cx="1701355" cy="1929226"/>
            <a:chOff x="7765278" y="-1235169"/>
            <a:chExt cx="1701355" cy="1929226"/>
          </a:xfrm>
        </p:grpSpPr>
        <p:pic>
          <p:nvPicPr>
            <p:cNvPr id="125" name="Google Shape;125;p8"/>
            <p:cNvPicPr preferRelativeResize="0"/>
            <p:nvPr/>
          </p:nvPicPr>
          <p:blipFill>
            <a:blip r:embed="rId3">
              <a:alphaModFix/>
            </a:blip>
            <a:stretch>
              <a:fillRect/>
            </a:stretch>
          </p:blipFill>
          <p:spPr>
            <a:xfrm rot="10800000">
              <a:off x="7765278" y="-1235169"/>
              <a:ext cx="1420879" cy="1637701"/>
            </a:xfrm>
            <a:prstGeom prst="rect">
              <a:avLst/>
            </a:prstGeom>
            <a:noFill/>
            <a:ln>
              <a:noFill/>
            </a:ln>
          </p:spPr>
        </p:pic>
        <p:pic>
          <p:nvPicPr>
            <p:cNvPr id="126" name="Google Shape;126;p8"/>
            <p:cNvPicPr preferRelativeResize="0"/>
            <p:nvPr/>
          </p:nvPicPr>
          <p:blipFill>
            <a:blip r:embed="rId4">
              <a:alphaModFix/>
            </a:blip>
            <a:stretch>
              <a:fillRect/>
            </a:stretch>
          </p:blipFill>
          <p:spPr>
            <a:xfrm rot="10800000">
              <a:off x="7901095" y="-1110397"/>
              <a:ext cx="1565537" cy="1804453"/>
            </a:xfrm>
            <a:prstGeom prst="rect">
              <a:avLst/>
            </a:prstGeom>
            <a:noFill/>
            <a:ln>
              <a:noFill/>
            </a:ln>
          </p:spPr>
        </p:pic>
        <p:pic>
          <p:nvPicPr>
            <p:cNvPr id="127" name="Google Shape;127;p8"/>
            <p:cNvPicPr preferRelativeResize="0"/>
            <p:nvPr/>
          </p:nvPicPr>
          <p:blipFill rotWithShape="1">
            <a:blip r:embed="rId5">
              <a:alphaModFix/>
            </a:blip>
            <a:srcRect b="0" l="45530" r="45530" t="0"/>
            <a:stretch/>
          </p:blipFill>
          <p:spPr>
            <a:xfrm flipH="1" rot="-7200006">
              <a:off x="8326696" y="-1109974"/>
              <a:ext cx="70706" cy="760286"/>
            </a:xfrm>
            <a:prstGeom prst="rect">
              <a:avLst/>
            </a:prstGeom>
            <a:noFill/>
            <a:ln>
              <a:noFill/>
            </a:ln>
          </p:spPr>
        </p:pic>
      </p:grpSp>
      <p:grpSp>
        <p:nvGrpSpPr>
          <p:cNvPr id="128" name="Google Shape;128;p8"/>
          <p:cNvGrpSpPr/>
          <p:nvPr/>
        </p:nvGrpSpPr>
        <p:grpSpPr>
          <a:xfrm>
            <a:off x="6334691" y="-1146169"/>
            <a:ext cx="1430586" cy="1779831"/>
            <a:chOff x="6334691" y="-1146169"/>
            <a:chExt cx="1430586" cy="1779831"/>
          </a:xfrm>
        </p:grpSpPr>
        <p:pic>
          <p:nvPicPr>
            <p:cNvPr id="129" name="Google Shape;129;p8"/>
            <p:cNvPicPr preferRelativeResize="0"/>
            <p:nvPr/>
          </p:nvPicPr>
          <p:blipFill>
            <a:blip r:embed="rId3">
              <a:alphaModFix/>
            </a:blip>
            <a:stretch>
              <a:fillRect/>
            </a:stretch>
          </p:blipFill>
          <p:spPr>
            <a:xfrm rot="10800000">
              <a:off x="6421418" y="-1020766"/>
              <a:ext cx="1197549" cy="1380310"/>
            </a:xfrm>
            <a:prstGeom prst="rect">
              <a:avLst/>
            </a:prstGeom>
            <a:noFill/>
            <a:ln>
              <a:noFill/>
            </a:ln>
          </p:spPr>
        </p:pic>
        <p:pic>
          <p:nvPicPr>
            <p:cNvPr id="130" name="Google Shape;130;p8"/>
            <p:cNvPicPr preferRelativeResize="0"/>
            <p:nvPr/>
          </p:nvPicPr>
          <p:blipFill>
            <a:blip r:embed="rId7">
              <a:alphaModFix/>
            </a:blip>
            <a:stretch>
              <a:fillRect/>
            </a:stretch>
          </p:blipFill>
          <p:spPr>
            <a:xfrm rot="10800000">
              <a:off x="6334691" y="-1050008"/>
              <a:ext cx="1420878" cy="1683670"/>
            </a:xfrm>
            <a:prstGeom prst="rect">
              <a:avLst/>
            </a:prstGeom>
            <a:noFill/>
            <a:ln>
              <a:noFill/>
            </a:ln>
          </p:spPr>
        </p:pic>
        <p:pic>
          <p:nvPicPr>
            <p:cNvPr id="131" name="Google Shape;131;p8"/>
            <p:cNvPicPr preferRelativeResize="0"/>
            <p:nvPr/>
          </p:nvPicPr>
          <p:blipFill rotWithShape="1">
            <a:blip r:embed="rId5">
              <a:alphaModFix/>
            </a:blip>
            <a:srcRect b="0" l="45530" r="45530" t="0"/>
            <a:stretch/>
          </p:blipFill>
          <p:spPr>
            <a:xfrm flipH="1" rot="10800000">
              <a:off x="7549582" y="-588309"/>
              <a:ext cx="70706" cy="760283"/>
            </a:xfrm>
            <a:prstGeom prst="rect">
              <a:avLst/>
            </a:prstGeom>
            <a:noFill/>
            <a:ln>
              <a:noFill/>
            </a:ln>
          </p:spPr>
        </p:pic>
        <p:pic>
          <p:nvPicPr>
            <p:cNvPr id="132" name="Google Shape;132;p8"/>
            <p:cNvPicPr preferRelativeResize="0"/>
            <p:nvPr/>
          </p:nvPicPr>
          <p:blipFill rotWithShape="1">
            <a:blip r:embed="rId5">
              <a:alphaModFix/>
            </a:blip>
            <a:srcRect b="0" l="45530" r="45530" t="0"/>
            <a:stretch/>
          </p:blipFill>
          <p:spPr>
            <a:xfrm flipH="1" rot="7200006">
              <a:off x="7383035" y="-1305624"/>
              <a:ext cx="70706" cy="760286"/>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3" name="Shape 133"/>
        <p:cNvGrpSpPr/>
        <p:nvPr/>
      </p:nvGrpSpPr>
      <p:grpSpPr>
        <a:xfrm>
          <a:off x="0" y="0"/>
          <a:ext cx="0" cy="0"/>
          <a:chOff x="0" y="0"/>
          <a:chExt cx="0" cy="0"/>
        </a:xfrm>
      </p:grpSpPr>
      <p:pic>
        <p:nvPicPr>
          <p:cNvPr id="134" name="Google Shape;134;p9"/>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35" name="Google Shape;135;p9"/>
          <p:cNvSpPr txBox="1"/>
          <p:nvPr>
            <p:ph type="title"/>
          </p:nvPr>
        </p:nvSpPr>
        <p:spPr>
          <a:xfrm>
            <a:off x="4816975" y="539500"/>
            <a:ext cx="3613800" cy="1410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sz="4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6" name="Google Shape;136;p9"/>
          <p:cNvSpPr txBox="1"/>
          <p:nvPr>
            <p:ph idx="1" type="subTitle"/>
          </p:nvPr>
        </p:nvSpPr>
        <p:spPr>
          <a:xfrm>
            <a:off x="4816975" y="2130400"/>
            <a:ext cx="3613800" cy="2478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Font typeface="Montserrat"/>
              <a:buChar char="●"/>
              <a:defRPr/>
            </a:lvl1pPr>
            <a:lvl2pPr lvl="1" rtl="0" algn="ctr">
              <a:lnSpc>
                <a:spcPct val="115000"/>
              </a:lnSpc>
              <a:spcBef>
                <a:spcPts val="0"/>
              </a:spcBef>
              <a:spcAft>
                <a:spcPts val="0"/>
              </a:spcAft>
              <a:buClr>
                <a:schemeClr val="dk2"/>
              </a:buClr>
              <a:buSzPts val="1400"/>
              <a:buFont typeface="Montserrat"/>
              <a:buChar char="○"/>
              <a:defRPr/>
            </a:lvl2pPr>
            <a:lvl3pPr lvl="2" rtl="0" algn="ctr">
              <a:lnSpc>
                <a:spcPct val="115000"/>
              </a:lnSpc>
              <a:spcBef>
                <a:spcPts val="0"/>
              </a:spcBef>
              <a:spcAft>
                <a:spcPts val="0"/>
              </a:spcAft>
              <a:buClr>
                <a:schemeClr val="dk2"/>
              </a:buClr>
              <a:buSzPts val="1400"/>
              <a:buFont typeface="Montserrat"/>
              <a:buChar char="■"/>
              <a:defRPr/>
            </a:lvl3pPr>
            <a:lvl4pPr lvl="3" rtl="0" algn="ctr">
              <a:lnSpc>
                <a:spcPct val="115000"/>
              </a:lnSpc>
              <a:spcBef>
                <a:spcPts val="0"/>
              </a:spcBef>
              <a:spcAft>
                <a:spcPts val="0"/>
              </a:spcAft>
              <a:buClr>
                <a:schemeClr val="dk2"/>
              </a:buClr>
              <a:buSzPts val="1400"/>
              <a:buFont typeface="Montserrat"/>
              <a:buChar char="●"/>
              <a:defRPr/>
            </a:lvl4pPr>
            <a:lvl5pPr lvl="4" rtl="0" algn="ctr">
              <a:lnSpc>
                <a:spcPct val="115000"/>
              </a:lnSpc>
              <a:spcBef>
                <a:spcPts val="0"/>
              </a:spcBef>
              <a:spcAft>
                <a:spcPts val="0"/>
              </a:spcAft>
              <a:buClr>
                <a:schemeClr val="dk2"/>
              </a:buClr>
              <a:buSzPts val="1400"/>
              <a:buFont typeface="Montserrat"/>
              <a:buChar char="○"/>
              <a:defRPr/>
            </a:lvl5pPr>
            <a:lvl6pPr lvl="5" rtl="0" algn="ctr">
              <a:lnSpc>
                <a:spcPct val="115000"/>
              </a:lnSpc>
              <a:spcBef>
                <a:spcPts val="0"/>
              </a:spcBef>
              <a:spcAft>
                <a:spcPts val="0"/>
              </a:spcAft>
              <a:buClr>
                <a:schemeClr val="dk2"/>
              </a:buClr>
              <a:buSzPts val="1400"/>
              <a:buFont typeface="Montserrat"/>
              <a:buChar char="■"/>
              <a:defRPr/>
            </a:lvl6pPr>
            <a:lvl7pPr lvl="6" rtl="0" algn="ctr">
              <a:lnSpc>
                <a:spcPct val="115000"/>
              </a:lnSpc>
              <a:spcBef>
                <a:spcPts val="0"/>
              </a:spcBef>
              <a:spcAft>
                <a:spcPts val="0"/>
              </a:spcAft>
              <a:buClr>
                <a:schemeClr val="dk2"/>
              </a:buClr>
              <a:buSzPts val="1400"/>
              <a:buFont typeface="Montserrat"/>
              <a:buChar char="●"/>
              <a:defRPr/>
            </a:lvl7pPr>
            <a:lvl8pPr lvl="7" rtl="0" algn="ctr">
              <a:lnSpc>
                <a:spcPct val="115000"/>
              </a:lnSpc>
              <a:spcBef>
                <a:spcPts val="0"/>
              </a:spcBef>
              <a:spcAft>
                <a:spcPts val="0"/>
              </a:spcAft>
              <a:buClr>
                <a:schemeClr val="dk2"/>
              </a:buClr>
              <a:buSzPts val="1400"/>
              <a:buFont typeface="Montserrat"/>
              <a:buChar char="○"/>
              <a:defRPr/>
            </a:lvl8pPr>
            <a:lvl9pPr lvl="8" rtl="0" algn="ctr">
              <a:lnSpc>
                <a:spcPct val="115000"/>
              </a:lnSpc>
              <a:spcBef>
                <a:spcPts val="0"/>
              </a:spcBef>
              <a:spcAft>
                <a:spcPts val="0"/>
              </a:spcAft>
              <a:buClr>
                <a:schemeClr val="dk2"/>
              </a:buClr>
              <a:buSzPts val="1400"/>
              <a:buFont typeface="Montserrat"/>
              <a:buChar char="■"/>
              <a:defRPr/>
            </a:lvl9pPr>
          </a:lstStyle>
          <a:p/>
        </p:txBody>
      </p:sp>
      <p:grpSp>
        <p:nvGrpSpPr>
          <p:cNvPr id="137" name="Google Shape;137;p9"/>
          <p:cNvGrpSpPr/>
          <p:nvPr/>
        </p:nvGrpSpPr>
        <p:grpSpPr>
          <a:xfrm>
            <a:off x="-753488" y="1621122"/>
            <a:ext cx="1485838" cy="1690934"/>
            <a:chOff x="-753488" y="1621122"/>
            <a:chExt cx="1485838" cy="1690934"/>
          </a:xfrm>
        </p:grpSpPr>
        <p:pic>
          <p:nvPicPr>
            <p:cNvPr id="138" name="Google Shape;138;p9"/>
            <p:cNvPicPr preferRelativeResize="0"/>
            <p:nvPr/>
          </p:nvPicPr>
          <p:blipFill>
            <a:blip r:embed="rId3">
              <a:alphaModFix/>
            </a:blip>
            <a:stretch>
              <a:fillRect/>
            </a:stretch>
          </p:blipFill>
          <p:spPr>
            <a:xfrm>
              <a:off x="-627043" y="2007308"/>
              <a:ext cx="1108501" cy="1277681"/>
            </a:xfrm>
            <a:prstGeom prst="rect">
              <a:avLst/>
            </a:prstGeom>
            <a:noFill/>
            <a:ln>
              <a:noFill/>
            </a:ln>
          </p:spPr>
        </p:pic>
        <p:pic>
          <p:nvPicPr>
            <p:cNvPr id="139" name="Google Shape;139;p9"/>
            <p:cNvPicPr preferRelativeResize="0"/>
            <p:nvPr/>
          </p:nvPicPr>
          <p:blipFill>
            <a:blip r:embed="rId4">
              <a:alphaModFix/>
            </a:blip>
            <a:stretch>
              <a:fillRect/>
            </a:stretch>
          </p:blipFill>
          <p:spPr>
            <a:xfrm>
              <a:off x="-753488" y="1753571"/>
              <a:ext cx="1315225" cy="1558485"/>
            </a:xfrm>
            <a:prstGeom prst="rect">
              <a:avLst/>
            </a:prstGeom>
            <a:noFill/>
            <a:ln>
              <a:noFill/>
            </a:ln>
          </p:spPr>
        </p:pic>
        <p:pic>
          <p:nvPicPr>
            <p:cNvPr id="140" name="Google Shape;140;p9"/>
            <p:cNvPicPr preferRelativeResize="0"/>
            <p:nvPr/>
          </p:nvPicPr>
          <p:blipFill rotWithShape="1">
            <a:blip r:embed="rId5">
              <a:alphaModFix/>
            </a:blip>
            <a:srcRect b="0" l="45530" r="45530" t="0"/>
            <a:stretch/>
          </p:blipFill>
          <p:spPr>
            <a:xfrm flipH="1">
              <a:off x="654701" y="2165500"/>
              <a:ext cx="77649" cy="752276"/>
            </a:xfrm>
            <a:prstGeom prst="rect">
              <a:avLst/>
            </a:prstGeom>
            <a:noFill/>
            <a:ln>
              <a:noFill/>
            </a:ln>
          </p:spPr>
        </p:pic>
        <p:pic>
          <p:nvPicPr>
            <p:cNvPr id="141" name="Google Shape;141;p9"/>
            <p:cNvPicPr preferRelativeResize="0"/>
            <p:nvPr/>
          </p:nvPicPr>
          <p:blipFill rotWithShape="1">
            <a:blip r:embed="rId5">
              <a:alphaModFix/>
            </a:blip>
            <a:srcRect b="0" l="45530" r="45530" t="0"/>
            <a:stretch/>
          </p:blipFill>
          <p:spPr>
            <a:xfrm flipH="1" rot="-3599999">
              <a:off x="251392" y="1466676"/>
              <a:ext cx="77649" cy="752276"/>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2" name="Shape 142"/>
        <p:cNvGrpSpPr/>
        <p:nvPr/>
      </p:nvGrpSpPr>
      <p:grpSpPr>
        <a:xfrm>
          <a:off x="0" y="0"/>
          <a:ext cx="0" cy="0"/>
          <a:chOff x="0" y="0"/>
          <a:chExt cx="0" cy="0"/>
        </a:xfrm>
      </p:grpSpPr>
      <p:sp>
        <p:nvSpPr>
          <p:cNvPr id="143" name="Google Shape;143;p10"/>
          <p:cNvSpPr/>
          <p:nvPr>
            <p:ph idx="2" type="pic"/>
          </p:nvPr>
        </p:nvSpPr>
        <p:spPr>
          <a:xfrm>
            <a:off x="-75" y="-150"/>
            <a:ext cx="9144000" cy="5143500"/>
          </a:xfrm>
          <a:prstGeom prst="rect">
            <a:avLst/>
          </a:prstGeom>
          <a:noFill/>
          <a:ln>
            <a:noFill/>
          </a:ln>
        </p:spPr>
      </p:sp>
      <p:sp>
        <p:nvSpPr>
          <p:cNvPr id="144" name="Google Shape;144;p10"/>
          <p:cNvSpPr txBox="1"/>
          <p:nvPr>
            <p:ph type="title"/>
          </p:nvPr>
        </p:nvSpPr>
        <p:spPr>
          <a:xfrm>
            <a:off x="2189250" y="3470475"/>
            <a:ext cx="4765500" cy="1137900"/>
          </a:xfrm>
          <a:prstGeom prst="rect">
            <a:avLst/>
          </a:prstGeom>
          <a:solidFill>
            <a:schemeClr val="dk2"/>
          </a:solidFill>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5" name="Shape 145"/>
        <p:cNvGrpSpPr/>
        <p:nvPr/>
      </p:nvGrpSpPr>
      <p:grpSpPr>
        <a:xfrm>
          <a:off x="0" y="0"/>
          <a:ext cx="0" cy="0"/>
          <a:chOff x="0" y="0"/>
          <a:chExt cx="0" cy="0"/>
        </a:xfrm>
      </p:grpSpPr>
      <p:pic>
        <p:nvPicPr>
          <p:cNvPr id="146" name="Google Shape;146;p11"/>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47" name="Google Shape;147;p11"/>
          <p:cNvSpPr txBox="1"/>
          <p:nvPr>
            <p:ph hasCustomPrompt="1" type="title"/>
          </p:nvPr>
        </p:nvSpPr>
        <p:spPr>
          <a:xfrm>
            <a:off x="2295150" y="1778025"/>
            <a:ext cx="4553700" cy="1010400"/>
          </a:xfrm>
          <a:prstGeom prst="rect">
            <a:avLst/>
          </a:prstGeom>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9600"/>
              <a:buNone/>
              <a:defRPr sz="6000">
                <a:solidFill>
                  <a:schemeClr val="accent1"/>
                </a:solidFill>
              </a:defRPr>
            </a:lvl1pPr>
            <a:lvl2pPr lvl="1" algn="ctr">
              <a:lnSpc>
                <a:spcPct val="115000"/>
              </a:lnSpc>
              <a:spcBef>
                <a:spcPts val="0"/>
              </a:spcBef>
              <a:spcAft>
                <a:spcPts val="0"/>
              </a:spcAft>
              <a:buSzPts val="9600"/>
              <a:buNone/>
              <a:defRPr sz="9600"/>
            </a:lvl2pPr>
            <a:lvl3pPr lvl="2" algn="ctr">
              <a:lnSpc>
                <a:spcPct val="115000"/>
              </a:lnSpc>
              <a:spcBef>
                <a:spcPts val="0"/>
              </a:spcBef>
              <a:spcAft>
                <a:spcPts val="0"/>
              </a:spcAft>
              <a:buSzPts val="9600"/>
              <a:buNone/>
              <a:defRPr sz="9600"/>
            </a:lvl3pPr>
            <a:lvl4pPr lvl="3" algn="ctr">
              <a:lnSpc>
                <a:spcPct val="115000"/>
              </a:lnSpc>
              <a:spcBef>
                <a:spcPts val="0"/>
              </a:spcBef>
              <a:spcAft>
                <a:spcPts val="0"/>
              </a:spcAft>
              <a:buSzPts val="9600"/>
              <a:buNone/>
              <a:defRPr sz="9600"/>
            </a:lvl4pPr>
            <a:lvl5pPr lvl="4" algn="ctr">
              <a:lnSpc>
                <a:spcPct val="115000"/>
              </a:lnSpc>
              <a:spcBef>
                <a:spcPts val="0"/>
              </a:spcBef>
              <a:spcAft>
                <a:spcPts val="0"/>
              </a:spcAft>
              <a:buSzPts val="9600"/>
              <a:buNone/>
              <a:defRPr sz="9600"/>
            </a:lvl5pPr>
            <a:lvl6pPr lvl="5" algn="ctr">
              <a:lnSpc>
                <a:spcPct val="115000"/>
              </a:lnSpc>
              <a:spcBef>
                <a:spcPts val="0"/>
              </a:spcBef>
              <a:spcAft>
                <a:spcPts val="0"/>
              </a:spcAft>
              <a:buSzPts val="9600"/>
              <a:buNone/>
              <a:defRPr sz="9600"/>
            </a:lvl6pPr>
            <a:lvl7pPr lvl="6" algn="ctr">
              <a:lnSpc>
                <a:spcPct val="115000"/>
              </a:lnSpc>
              <a:spcBef>
                <a:spcPts val="0"/>
              </a:spcBef>
              <a:spcAft>
                <a:spcPts val="0"/>
              </a:spcAft>
              <a:buSzPts val="9600"/>
              <a:buNone/>
              <a:defRPr sz="9600"/>
            </a:lvl7pPr>
            <a:lvl8pPr lvl="7" algn="ctr">
              <a:lnSpc>
                <a:spcPct val="115000"/>
              </a:lnSpc>
              <a:spcBef>
                <a:spcPts val="0"/>
              </a:spcBef>
              <a:spcAft>
                <a:spcPts val="0"/>
              </a:spcAft>
              <a:buSzPts val="9600"/>
              <a:buNone/>
              <a:defRPr sz="9600"/>
            </a:lvl8pPr>
            <a:lvl9pPr lvl="8" algn="ctr">
              <a:lnSpc>
                <a:spcPct val="115000"/>
              </a:lnSpc>
              <a:spcBef>
                <a:spcPts val="0"/>
              </a:spcBef>
              <a:spcAft>
                <a:spcPts val="0"/>
              </a:spcAft>
              <a:buSzPts val="9600"/>
              <a:buNone/>
              <a:defRPr sz="9600"/>
            </a:lvl9pPr>
          </a:lstStyle>
          <a:p>
            <a:r>
              <a:t>xx%</a:t>
            </a:r>
          </a:p>
        </p:txBody>
      </p:sp>
      <p:sp>
        <p:nvSpPr>
          <p:cNvPr id="148" name="Google Shape;148;p11"/>
          <p:cNvSpPr txBox="1"/>
          <p:nvPr>
            <p:ph idx="1" type="subTitle"/>
          </p:nvPr>
        </p:nvSpPr>
        <p:spPr>
          <a:xfrm>
            <a:off x="2295150" y="2952375"/>
            <a:ext cx="4553700" cy="413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sz="1600"/>
            </a:lvl1pPr>
            <a:lvl2pPr lvl="1" rtl="0" algn="ctr">
              <a:lnSpc>
                <a:spcPct val="115000"/>
              </a:lnSpc>
              <a:spcBef>
                <a:spcPts val="0"/>
              </a:spcBef>
              <a:spcAft>
                <a:spcPts val="0"/>
              </a:spcAft>
              <a:buSzPts val="1600"/>
              <a:buNone/>
              <a:defRPr sz="1600"/>
            </a:lvl2pPr>
            <a:lvl3pPr lvl="2" rtl="0" algn="ctr">
              <a:lnSpc>
                <a:spcPct val="115000"/>
              </a:lnSpc>
              <a:spcBef>
                <a:spcPts val="0"/>
              </a:spcBef>
              <a:spcAft>
                <a:spcPts val="0"/>
              </a:spcAft>
              <a:buSzPts val="1600"/>
              <a:buNone/>
              <a:defRPr sz="1600"/>
            </a:lvl3pPr>
            <a:lvl4pPr lvl="3" rtl="0" algn="ctr">
              <a:lnSpc>
                <a:spcPct val="115000"/>
              </a:lnSpc>
              <a:spcBef>
                <a:spcPts val="0"/>
              </a:spcBef>
              <a:spcAft>
                <a:spcPts val="0"/>
              </a:spcAft>
              <a:buSzPts val="1600"/>
              <a:buNone/>
              <a:defRPr sz="1600"/>
            </a:lvl4pPr>
            <a:lvl5pPr lvl="4" rtl="0" algn="ctr">
              <a:lnSpc>
                <a:spcPct val="115000"/>
              </a:lnSpc>
              <a:spcBef>
                <a:spcPts val="0"/>
              </a:spcBef>
              <a:spcAft>
                <a:spcPts val="0"/>
              </a:spcAft>
              <a:buSzPts val="1600"/>
              <a:buNone/>
              <a:defRPr sz="1600"/>
            </a:lvl5pPr>
            <a:lvl6pPr lvl="5" rtl="0" algn="ctr">
              <a:lnSpc>
                <a:spcPct val="115000"/>
              </a:lnSpc>
              <a:spcBef>
                <a:spcPts val="0"/>
              </a:spcBef>
              <a:spcAft>
                <a:spcPts val="0"/>
              </a:spcAft>
              <a:buSzPts val="1600"/>
              <a:buNone/>
              <a:defRPr sz="1600"/>
            </a:lvl6pPr>
            <a:lvl7pPr lvl="6" rtl="0" algn="ctr">
              <a:lnSpc>
                <a:spcPct val="115000"/>
              </a:lnSpc>
              <a:spcBef>
                <a:spcPts val="0"/>
              </a:spcBef>
              <a:spcAft>
                <a:spcPts val="0"/>
              </a:spcAft>
              <a:buSzPts val="1600"/>
              <a:buNone/>
              <a:defRPr sz="1600"/>
            </a:lvl7pPr>
            <a:lvl8pPr lvl="7" rtl="0" algn="ctr">
              <a:lnSpc>
                <a:spcPct val="115000"/>
              </a:lnSpc>
              <a:spcBef>
                <a:spcPts val="0"/>
              </a:spcBef>
              <a:spcAft>
                <a:spcPts val="0"/>
              </a:spcAft>
              <a:buSzPts val="1600"/>
              <a:buNone/>
              <a:defRPr sz="1600"/>
            </a:lvl8pPr>
            <a:lvl9pPr lvl="8" rtl="0" algn="ctr">
              <a:lnSpc>
                <a:spcPct val="115000"/>
              </a:lnSpc>
              <a:spcBef>
                <a:spcPts val="0"/>
              </a:spcBef>
              <a:spcAft>
                <a:spcPts val="0"/>
              </a:spcAft>
              <a:buSzPts val="1600"/>
              <a:buNone/>
              <a:defRPr sz="1600"/>
            </a:lvl9pPr>
          </a:lstStyle>
          <a:p/>
        </p:txBody>
      </p:sp>
      <p:grpSp>
        <p:nvGrpSpPr>
          <p:cNvPr id="149" name="Google Shape;149;p11"/>
          <p:cNvGrpSpPr/>
          <p:nvPr/>
        </p:nvGrpSpPr>
        <p:grpSpPr>
          <a:xfrm>
            <a:off x="941025" y="-1044529"/>
            <a:ext cx="1315225" cy="1558485"/>
            <a:chOff x="941025" y="-1044529"/>
            <a:chExt cx="1315225" cy="1558485"/>
          </a:xfrm>
        </p:grpSpPr>
        <p:pic>
          <p:nvPicPr>
            <p:cNvPr id="150" name="Google Shape;150;p11"/>
            <p:cNvPicPr preferRelativeResize="0"/>
            <p:nvPr/>
          </p:nvPicPr>
          <p:blipFill>
            <a:blip r:embed="rId3">
              <a:alphaModFix/>
            </a:blip>
            <a:stretch>
              <a:fillRect/>
            </a:stretch>
          </p:blipFill>
          <p:spPr>
            <a:xfrm>
              <a:off x="1067469" y="-790792"/>
              <a:ext cx="1108501" cy="1277681"/>
            </a:xfrm>
            <a:prstGeom prst="rect">
              <a:avLst/>
            </a:prstGeom>
            <a:noFill/>
            <a:ln>
              <a:noFill/>
            </a:ln>
          </p:spPr>
        </p:pic>
        <p:pic>
          <p:nvPicPr>
            <p:cNvPr id="151" name="Google Shape;151;p11"/>
            <p:cNvPicPr preferRelativeResize="0"/>
            <p:nvPr/>
          </p:nvPicPr>
          <p:blipFill>
            <a:blip r:embed="rId4">
              <a:alphaModFix/>
            </a:blip>
            <a:stretch>
              <a:fillRect/>
            </a:stretch>
          </p:blipFill>
          <p:spPr>
            <a:xfrm>
              <a:off x="941025" y="-1044529"/>
              <a:ext cx="1315225" cy="1558485"/>
            </a:xfrm>
            <a:prstGeom prst="rect">
              <a:avLst/>
            </a:prstGeom>
            <a:noFill/>
            <a:ln>
              <a:noFill/>
            </a:ln>
          </p:spPr>
        </p:pic>
      </p:grpSp>
      <p:pic>
        <p:nvPicPr>
          <p:cNvPr id="152" name="Google Shape;152;p11"/>
          <p:cNvPicPr preferRelativeResize="0"/>
          <p:nvPr/>
        </p:nvPicPr>
        <p:blipFill>
          <a:blip r:embed="rId5">
            <a:alphaModFix/>
          </a:blip>
          <a:stretch>
            <a:fillRect/>
          </a:stretch>
        </p:blipFill>
        <p:spPr>
          <a:xfrm>
            <a:off x="4373176" y="285338"/>
            <a:ext cx="538674" cy="552474"/>
          </a:xfrm>
          <a:prstGeom prst="rect">
            <a:avLst/>
          </a:prstGeom>
          <a:noFill/>
          <a:ln>
            <a:noFill/>
          </a:ln>
        </p:spPr>
      </p:pic>
      <p:grpSp>
        <p:nvGrpSpPr>
          <p:cNvPr id="153" name="Google Shape;153;p11"/>
          <p:cNvGrpSpPr/>
          <p:nvPr/>
        </p:nvGrpSpPr>
        <p:grpSpPr>
          <a:xfrm>
            <a:off x="7261438" y="-811578"/>
            <a:ext cx="1571162" cy="1954726"/>
            <a:chOff x="7261438" y="-811578"/>
            <a:chExt cx="1571162" cy="1954726"/>
          </a:xfrm>
        </p:grpSpPr>
        <p:pic>
          <p:nvPicPr>
            <p:cNvPr id="154" name="Google Shape;154;p11"/>
            <p:cNvPicPr preferRelativeResize="0"/>
            <p:nvPr/>
          </p:nvPicPr>
          <p:blipFill>
            <a:blip r:embed="rId3">
              <a:alphaModFix/>
            </a:blip>
            <a:stretch>
              <a:fillRect/>
            </a:stretch>
          </p:blipFill>
          <p:spPr>
            <a:xfrm>
              <a:off x="7422125" y="-510524"/>
              <a:ext cx="1315225" cy="1515947"/>
            </a:xfrm>
            <a:prstGeom prst="rect">
              <a:avLst/>
            </a:prstGeom>
            <a:noFill/>
            <a:ln>
              <a:noFill/>
            </a:ln>
          </p:spPr>
        </p:pic>
        <p:pic>
          <p:nvPicPr>
            <p:cNvPr id="155" name="Google Shape;155;p11"/>
            <p:cNvPicPr preferRelativeResize="0"/>
            <p:nvPr/>
          </p:nvPicPr>
          <p:blipFill>
            <a:blip r:embed="rId4">
              <a:alphaModFix/>
            </a:blip>
            <a:stretch>
              <a:fillRect/>
            </a:stretch>
          </p:blipFill>
          <p:spPr>
            <a:xfrm>
              <a:off x="7272100" y="-811578"/>
              <a:ext cx="1560500" cy="1849115"/>
            </a:xfrm>
            <a:prstGeom prst="rect">
              <a:avLst/>
            </a:prstGeom>
            <a:noFill/>
            <a:ln>
              <a:noFill/>
            </a:ln>
          </p:spPr>
        </p:pic>
        <p:pic>
          <p:nvPicPr>
            <p:cNvPr id="156" name="Google Shape;156;p11"/>
            <p:cNvPicPr preferRelativeResize="0"/>
            <p:nvPr/>
          </p:nvPicPr>
          <p:blipFill rotWithShape="1">
            <a:blip r:embed="rId6">
              <a:alphaModFix/>
            </a:blip>
            <a:srcRect b="0" l="45530" r="45530" t="0"/>
            <a:stretch/>
          </p:blipFill>
          <p:spPr>
            <a:xfrm flipH="1">
              <a:off x="7420675" y="-304523"/>
              <a:ext cx="77654" cy="834994"/>
            </a:xfrm>
            <a:prstGeom prst="rect">
              <a:avLst/>
            </a:prstGeom>
            <a:noFill/>
            <a:ln>
              <a:noFill/>
            </a:ln>
          </p:spPr>
        </p:pic>
        <p:pic>
          <p:nvPicPr>
            <p:cNvPr id="157" name="Google Shape;157;p11"/>
            <p:cNvPicPr preferRelativeResize="0"/>
            <p:nvPr/>
          </p:nvPicPr>
          <p:blipFill rotWithShape="1">
            <a:blip r:embed="rId6">
              <a:alphaModFix/>
            </a:blip>
            <a:srcRect b="0" l="45530" r="45530" t="0"/>
            <a:stretch/>
          </p:blipFill>
          <p:spPr>
            <a:xfrm flipH="1" rot="-3600013">
              <a:off x="7603587" y="483278"/>
              <a:ext cx="77654" cy="834994"/>
            </a:xfrm>
            <a:prstGeom prst="rect">
              <a:avLst/>
            </a:prstGeom>
            <a:noFill/>
            <a:ln>
              <a:noFill/>
            </a:ln>
          </p:spPr>
        </p:pic>
      </p:grpSp>
      <p:grpSp>
        <p:nvGrpSpPr>
          <p:cNvPr id="158" name="Google Shape;158;p11"/>
          <p:cNvGrpSpPr/>
          <p:nvPr/>
        </p:nvGrpSpPr>
        <p:grpSpPr>
          <a:xfrm>
            <a:off x="-498499" y="132956"/>
            <a:ext cx="1882277" cy="2210363"/>
            <a:chOff x="-498499" y="132956"/>
            <a:chExt cx="1882277" cy="2210363"/>
          </a:xfrm>
        </p:grpSpPr>
        <p:pic>
          <p:nvPicPr>
            <p:cNvPr id="159" name="Google Shape;159;p11"/>
            <p:cNvPicPr preferRelativeResize="0"/>
            <p:nvPr/>
          </p:nvPicPr>
          <p:blipFill>
            <a:blip r:embed="rId3">
              <a:alphaModFix/>
            </a:blip>
            <a:stretch>
              <a:fillRect/>
            </a:stretch>
          </p:blipFill>
          <p:spPr>
            <a:xfrm>
              <a:off x="-348262" y="361551"/>
              <a:ext cx="1719374" cy="1981768"/>
            </a:xfrm>
            <a:prstGeom prst="rect">
              <a:avLst/>
            </a:prstGeom>
            <a:noFill/>
            <a:ln>
              <a:noFill/>
            </a:ln>
          </p:spPr>
        </p:pic>
        <p:pic>
          <p:nvPicPr>
            <p:cNvPr id="160" name="Google Shape;160;p11"/>
            <p:cNvPicPr preferRelativeResize="0"/>
            <p:nvPr/>
          </p:nvPicPr>
          <p:blipFill>
            <a:blip r:embed="rId7">
              <a:alphaModFix/>
            </a:blip>
            <a:stretch>
              <a:fillRect/>
            </a:stretch>
          </p:blipFill>
          <p:spPr>
            <a:xfrm>
              <a:off x="-498499" y="132956"/>
              <a:ext cx="1719374" cy="1981768"/>
            </a:xfrm>
            <a:prstGeom prst="rect">
              <a:avLst/>
            </a:prstGeom>
            <a:noFill/>
            <a:ln>
              <a:noFill/>
            </a:ln>
          </p:spPr>
        </p:pic>
        <p:pic>
          <p:nvPicPr>
            <p:cNvPr id="161" name="Google Shape;161;p11"/>
            <p:cNvPicPr preferRelativeResize="0"/>
            <p:nvPr/>
          </p:nvPicPr>
          <p:blipFill rotWithShape="1">
            <a:blip r:embed="rId6">
              <a:alphaModFix/>
            </a:blip>
            <a:srcRect b="0" l="45530" r="45530" t="0"/>
            <a:stretch/>
          </p:blipFill>
          <p:spPr>
            <a:xfrm flipH="1">
              <a:off x="1306124" y="673025"/>
              <a:ext cx="77654" cy="890700"/>
            </a:xfrm>
            <a:prstGeom prst="rect">
              <a:avLst/>
            </a:prstGeom>
            <a:noFill/>
            <a:ln>
              <a:noFill/>
            </a:ln>
          </p:spPr>
        </p:pic>
      </p:grpSp>
      <p:pic>
        <p:nvPicPr>
          <p:cNvPr id="162" name="Google Shape;162;p11"/>
          <p:cNvPicPr preferRelativeResize="0"/>
          <p:nvPr/>
        </p:nvPicPr>
        <p:blipFill rotWithShape="1">
          <a:blip r:embed="rId8">
            <a:alphaModFix/>
          </a:blip>
          <a:srcRect b="0" l="49481" r="49482" t="0"/>
          <a:stretch/>
        </p:blipFill>
        <p:spPr>
          <a:xfrm rot="-5400000">
            <a:off x="7208744" y="-2242837"/>
            <a:ext cx="77649" cy="556747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63" name="Shape 16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4" name="Shape 164"/>
        <p:cNvGrpSpPr/>
        <p:nvPr/>
      </p:nvGrpSpPr>
      <p:grpSpPr>
        <a:xfrm>
          <a:off x="0" y="0"/>
          <a:ext cx="0" cy="0"/>
          <a:chOff x="0" y="0"/>
          <a:chExt cx="0" cy="0"/>
        </a:xfrm>
      </p:grpSpPr>
      <p:pic>
        <p:nvPicPr>
          <p:cNvPr id="165" name="Google Shape;165;p13"/>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66" name="Google Shape;16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7" name="Google Shape;167;p13"/>
          <p:cNvSpPr txBox="1"/>
          <p:nvPr>
            <p:ph idx="1" type="subTitle"/>
          </p:nvPr>
        </p:nvSpPr>
        <p:spPr>
          <a:xfrm>
            <a:off x="1763014" y="2134574"/>
            <a:ext cx="2313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8" name="Google Shape;168;p13"/>
          <p:cNvSpPr txBox="1"/>
          <p:nvPr>
            <p:ph idx="2" type="subTitle"/>
          </p:nvPr>
        </p:nvSpPr>
        <p:spPr>
          <a:xfrm>
            <a:off x="1763014" y="3806301"/>
            <a:ext cx="2313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9" name="Google Shape;169;p13"/>
          <p:cNvSpPr txBox="1"/>
          <p:nvPr>
            <p:ph idx="3" type="subTitle"/>
          </p:nvPr>
        </p:nvSpPr>
        <p:spPr>
          <a:xfrm>
            <a:off x="5480100" y="3806325"/>
            <a:ext cx="2309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0" name="Google Shape;170;p13"/>
          <p:cNvSpPr txBox="1"/>
          <p:nvPr>
            <p:ph idx="4" type="subTitle"/>
          </p:nvPr>
        </p:nvSpPr>
        <p:spPr>
          <a:xfrm>
            <a:off x="5480100" y="2134575"/>
            <a:ext cx="2309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1" name="Google Shape;171;p13"/>
          <p:cNvSpPr txBox="1"/>
          <p:nvPr>
            <p:ph hasCustomPrompt="1" idx="5" type="title"/>
          </p:nvPr>
        </p:nvSpPr>
        <p:spPr>
          <a:xfrm>
            <a:off x="718714" y="1471275"/>
            <a:ext cx="815700" cy="815700"/>
          </a:xfrm>
          <a:prstGeom prst="rect">
            <a:avLst/>
          </a:prstGeom>
          <a:noFill/>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a:solidFill>
                  <a:schemeClr val="accent2"/>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2" name="Google Shape;172;p13"/>
          <p:cNvSpPr txBox="1"/>
          <p:nvPr>
            <p:ph hasCustomPrompt="1" idx="6" type="title"/>
          </p:nvPr>
        </p:nvSpPr>
        <p:spPr>
          <a:xfrm>
            <a:off x="4435800" y="3143026"/>
            <a:ext cx="815700" cy="815700"/>
          </a:xfrm>
          <a:prstGeom prst="rect">
            <a:avLst/>
          </a:prstGeom>
          <a:noFill/>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a:solidFill>
                  <a:schemeClr val="accent2"/>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3" name="Google Shape;173;p13"/>
          <p:cNvSpPr txBox="1"/>
          <p:nvPr>
            <p:ph hasCustomPrompt="1" idx="7" type="title"/>
          </p:nvPr>
        </p:nvSpPr>
        <p:spPr>
          <a:xfrm>
            <a:off x="718714" y="3143025"/>
            <a:ext cx="815700" cy="815700"/>
          </a:xfrm>
          <a:prstGeom prst="rect">
            <a:avLst/>
          </a:prstGeom>
          <a:noFill/>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a:solidFill>
                  <a:schemeClr val="accent2"/>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4" name="Google Shape;174;p13"/>
          <p:cNvSpPr txBox="1"/>
          <p:nvPr>
            <p:ph hasCustomPrompt="1" idx="8" type="title"/>
          </p:nvPr>
        </p:nvSpPr>
        <p:spPr>
          <a:xfrm>
            <a:off x="4435800" y="1471275"/>
            <a:ext cx="815700" cy="815700"/>
          </a:xfrm>
          <a:prstGeom prst="rect">
            <a:avLst/>
          </a:prstGeom>
          <a:noFill/>
          <a:ln cap="flat" cmpd="sng" w="38100">
            <a:solidFill>
              <a:schemeClr val="lt1"/>
            </a:solidFill>
            <a:prstDash val="solid"/>
            <a:miter lim="8000"/>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a:solidFill>
                  <a:schemeClr val="accent2"/>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5" name="Google Shape;175;p13"/>
          <p:cNvSpPr txBox="1"/>
          <p:nvPr>
            <p:ph idx="9" type="subTitle"/>
          </p:nvPr>
        </p:nvSpPr>
        <p:spPr>
          <a:xfrm>
            <a:off x="1763014" y="1471275"/>
            <a:ext cx="2313300" cy="81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6" name="Google Shape;176;p13"/>
          <p:cNvSpPr txBox="1"/>
          <p:nvPr>
            <p:ph idx="13" type="subTitle"/>
          </p:nvPr>
        </p:nvSpPr>
        <p:spPr>
          <a:xfrm>
            <a:off x="1763014" y="3143023"/>
            <a:ext cx="2313300" cy="81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7" name="Google Shape;177;p13"/>
          <p:cNvSpPr txBox="1"/>
          <p:nvPr>
            <p:ph idx="14" type="subTitle"/>
          </p:nvPr>
        </p:nvSpPr>
        <p:spPr>
          <a:xfrm>
            <a:off x="5480100" y="3143034"/>
            <a:ext cx="2309700" cy="81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8" name="Google Shape;178;p13"/>
          <p:cNvSpPr txBox="1"/>
          <p:nvPr>
            <p:ph idx="15" type="subTitle"/>
          </p:nvPr>
        </p:nvSpPr>
        <p:spPr>
          <a:xfrm>
            <a:off x="5480100" y="1471275"/>
            <a:ext cx="2309700" cy="81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79" name="Google Shape;179;p13"/>
          <p:cNvGrpSpPr/>
          <p:nvPr/>
        </p:nvGrpSpPr>
        <p:grpSpPr>
          <a:xfrm>
            <a:off x="6986467" y="-211987"/>
            <a:ext cx="5567477" cy="5567477"/>
            <a:chOff x="6986467" y="-211987"/>
            <a:chExt cx="5567477" cy="5567477"/>
          </a:xfrm>
        </p:grpSpPr>
        <p:pic>
          <p:nvPicPr>
            <p:cNvPr id="180" name="Google Shape;180;p13"/>
            <p:cNvPicPr preferRelativeResize="0"/>
            <p:nvPr/>
          </p:nvPicPr>
          <p:blipFill>
            <a:blip r:embed="rId3">
              <a:alphaModFix/>
            </a:blip>
            <a:stretch>
              <a:fillRect/>
            </a:stretch>
          </p:blipFill>
          <p:spPr>
            <a:xfrm>
              <a:off x="7479870" y="16330"/>
              <a:ext cx="538674" cy="552476"/>
            </a:xfrm>
            <a:prstGeom prst="rect">
              <a:avLst/>
            </a:prstGeom>
            <a:noFill/>
            <a:ln>
              <a:noFill/>
            </a:ln>
          </p:spPr>
        </p:pic>
        <p:pic>
          <p:nvPicPr>
            <p:cNvPr id="181" name="Google Shape;181;p13"/>
            <p:cNvPicPr preferRelativeResize="0"/>
            <p:nvPr/>
          </p:nvPicPr>
          <p:blipFill rotWithShape="1">
            <a:blip r:embed="rId4">
              <a:alphaModFix/>
            </a:blip>
            <a:srcRect b="0" l="49481" r="49482" t="0"/>
            <a:stretch/>
          </p:blipFill>
          <p:spPr>
            <a:xfrm>
              <a:off x="8758119" y="-211987"/>
              <a:ext cx="77649" cy="5567477"/>
            </a:xfrm>
            <a:prstGeom prst="rect">
              <a:avLst/>
            </a:prstGeom>
            <a:noFill/>
            <a:ln>
              <a:noFill/>
            </a:ln>
          </p:spPr>
        </p:pic>
        <p:pic>
          <p:nvPicPr>
            <p:cNvPr id="182" name="Google Shape;182;p13"/>
            <p:cNvPicPr preferRelativeResize="0"/>
            <p:nvPr/>
          </p:nvPicPr>
          <p:blipFill rotWithShape="1">
            <a:blip r:embed="rId4">
              <a:alphaModFix/>
            </a:blip>
            <a:srcRect b="0" l="49481" r="49482" t="0"/>
            <a:stretch/>
          </p:blipFill>
          <p:spPr>
            <a:xfrm rot="-5400000">
              <a:off x="9731381" y="-2491162"/>
              <a:ext cx="77649" cy="5567477"/>
            </a:xfrm>
            <a:prstGeom prst="rect">
              <a:avLst/>
            </a:prstGeom>
            <a:noFill/>
            <a:ln>
              <a:noFill/>
            </a:ln>
          </p:spPr>
        </p:pic>
      </p:grpSp>
      <p:grpSp>
        <p:nvGrpSpPr>
          <p:cNvPr id="183" name="Google Shape;183;p13"/>
          <p:cNvGrpSpPr/>
          <p:nvPr/>
        </p:nvGrpSpPr>
        <p:grpSpPr>
          <a:xfrm>
            <a:off x="-1890833" y="4039608"/>
            <a:ext cx="5567477" cy="1558485"/>
            <a:chOff x="-1890833" y="4039608"/>
            <a:chExt cx="5567477" cy="1558485"/>
          </a:xfrm>
        </p:grpSpPr>
        <p:pic>
          <p:nvPicPr>
            <p:cNvPr id="184" name="Google Shape;184;p13"/>
            <p:cNvPicPr preferRelativeResize="0"/>
            <p:nvPr/>
          </p:nvPicPr>
          <p:blipFill rotWithShape="1">
            <a:blip r:embed="rId5">
              <a:alphaModFix/>
            </a:blip>
            <a:srcRect b="0" l="45530" r="45530" t="0"/>
            <a:stretch/>
          </p:blipFill>
          <p:spPr>
            <a:xfrm flipH="1">
              <a:off x="796199" y="4373500"/>
              <a:ext cx="77654" cy="890700"/>
            </a:xfrm>
            <a:prstGeom prst="rect">
              <a:avLst/>
            </a:prstGeom>
            <a:noFill/>
            <a:ln>
              <a:noFill/>
            </a:ln>
          </p:spPr>
        </p:pic>
        <p:pic>
          <p:nvPicPr>
            <p:cNvPr id="185" name="Google Shape;185;p13"/>
            <p:cNvPicPr preferRelativeResize="0"/>
            <p:nvPr/>
          </p:nvPicPr>
          <p:blipFill>
            <a:blip r:embed="rId6">
              <a:alphaModFix/>
            </a:blip>
            <a:stretch>
              <a:fillRect/>
            </a:stretch>
          </p:blipFill>
          <p:spPr>
            <a:xfrm>
              <a:off x="-468781" y="4293345"/>
              <a:ext cx="1108501" cy="1277681"/>
            </a:xfrm>
            <a:prstGeom prst="rect">
              <a:avLst/>
            </a:prstGeom>
            <a:noFill/>
            <a:ln>
              <a:noFill/>
            </a:ln>
          </p:spPr>
        </p:pic>
        <p:pic>
          <p:nvPicPr>
            <p:cNvPr id="186" name="Google Shape;186;p13"/>
            <p:cNvPicPr preferRelativeResize="0"/>
            <p:nvPr/>
          </p:nvPicPr>
          <p:blipFill>
            <a:blip r:embed="rId7">
              <a:alphaModFix/>
            </a:blip>
            <a:stretch>
              <a:fillRect/>
            </a:stretch>
          </p:blipFill>
          <p:spPr>
            <a:xfrm>
              <a:off x="-595225" y="4039608"/>
              <a:ext cx="1315225" cy="1558485"/>
            </a:xfrm>
            <a:prstGeom prst="rect">
              <a:avLst/>
            </a:prstGeom>
            <a:noFill/>
            <a:ln>
              <a:noFill/>
            </a:ln>
          </p:spPr>
        </p:pic>
        <p:pic>
          <p:nvPicPr>
            <p:cNvPr id="187" name="Google Shape;187;p13"/>
            <p:cNvPicPr preferRelativeResize="0"/>
            <p:nvPr/>
          </p:nvPicPr>
          <p:blipFill rotWithShape="1">
            <a:blip r:embed="rId4">
              <a:alphaModFix/>
            </a:blip>
            <a:srcRect b="0" l="49481" r="49482" t="0"/>
            <a:stretch/>
          </p:blipFill>
          <p:spPr>
            <a:xfrm rot="-5400000">
              <a:off x="854081" y="2035113"/>
              <a:ext cx="77649" cy="556747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88" name="Shape 188"/>
        <p:cNvGrpSpPr/>
        <p:nvPr/>
      </p:nvGrpSpPr>
      <p:grpSpPr>
        <a:xfrm>
          <a:off x="0" y="0"/>
          <a:ext cx="0" cy="0"/>
          <a:chOff x="0" y="0"/>
          <a:chExt cx="0" cy="0"/>
        </a:xfrm>
      </p:grpSpPr>
      <p:pic>
        <p:nvPicPr>
          <p:cNvPr id="189" name="Google Shape;189;p14"/>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190" name="Google Shape;190;p14"/>
          <p:cNvSpPr txBox="1"/>
          <p:nvPr>
            <p:ph type="title"/>
          </p:nvPr>
        </p:nvSpPr>
        <p:spPr>
          <a:xfrm>
            <a:off x="4522950" y="3660300"/>
            <a:ext cx="3073500" cy="538800"/>
          </a:xfrm>
          <a:prstGeom prst="rect">
            <a:avLst/>
          </a:prstGeom>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r">
              <a:lnSpc>
                <a:spcPct val="115000"/>
              </a:lnSpc>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91" name="Google Shape;191;p14"/>
          <p:cNvSpPr txBox="1"/>
          <p:nvPr>
            <p:ph idx="1" type="subTitle"/>
          </p:nvPr>
        </p:nvSpPr>
        <p:spPr>
          <a:xfrm>
            <a:off x="1547550" y="944400"/>
            <a:ext cx="6048900" cy="256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192" name="Google Shape;192;p14"/>
          <p:cNvGrpSpPr/>
          <p:nvPr/>
        </p:nvGrpSpPr>
        <p:grpSpPr>
          <a:xfrm>
            <a:off x="8232937" y="-1981375"/>
            <a:ext cx="1560500" cy="5727549"/>
            <a:chOff x="8232937" y="-1981375"/>
            <a:chExt cx="1560500" cy="5727549"/>
          </a:xfrm>
        </p:grpSpPr>
        <p:pic>
          <p:nvPicPr>
            <p:cNvPr id="193" name="Google Shape;193;p14"/>
            <p:cNvPicPr preferRelativeResize="0"/>
            <p:nvPr/>
          </p:nvPicPr>
          <p:blipFill>
            <a:blip r:embed="rId3">
              <a:alphaModFix/>
            </a:blip>
            <a:stretch>
              <a:fillRect/>
            </a:stretch>
          </p:blipFill>
          <p:spPr>
            <a:xfrm>
              <a:off x="8355575" y="-306636"/>
              <a:ext cx="1315225" cy="1515947"/>
            </a:xfrm>
            <a:prstGeom prst="rect">
              <a:avLst/>
            </a:prstGeom>
            <a:noFill/>
            <a:ln>
              <a:noFill/>
            </a:ln>
          </p:spPr>
        </p:pic>
        <p:pic>
          <p:nvPicPr>
            <p:cNvPr id="194" name="Google Shape;194;p14"/>
            <p:cNvPicPr preferRelativeResize="0"/>
            <p:nvPr/>
          </p:nvPicPr>
          <p:blipFill>
            <a:blip r:embed="rId4">
              <a:alphaModFix/>
            </a:blip>
            <a:stretch>
              <a:fillRect/>
            </a:stretch>
          </p:blipFill>
          <p:spPr>
            <a:xfrm>
              <a:off x="8232937" y="-473228"/>
              <a:ext cx="1560500" cy="1849115"/>
            </a:xfrm>
            <a:prstGeom prst="rect">
              <a:avLst/>
            </a:prstGeom>
            <a:noFill/>
            <a:ln>
              <a:noFill/>
            </a:ln>
          </p:spPr>
        </p:pic>
        <p:pic>
          <p:nvPicPr>
            <p:cNvPr id="195" name="Google Shape;195;p14"/>
            <p:cNvPicPr preferRelativeResize="0"/>
            <p:nvPr/>
          </p:nvPicPr>
          <p:blipFill rotWithShape="1">
            <a:blip r:embed="rId5">
              <a:alphaModFix/>
            </a:blip>
            <a:srcRect b="0" l="49481" r="49482" t="0"/>
            <a:stretch/>
          </p:blipFill>
          <p:spPr>
            <a:xfrm>
              <a:off x="8767800" y="-1981375"/>
              <a:ext cx="77649" cy="5727549"/>
            </a:xfrm>
            <a:prstGeom prst="rect">
              <a:avLst/>
            </a:prstGeom>
            <a:noFill/>
            <a:ln>
              <a:noFill/>
            </a:ln>
          </p:spPr>
        </p:pic>
      </p:grpSp>
      <p:grpSp>
        <p:nvGrpSpPr>
          <p:cNvPr id="196" name="Google Shape;196;p14"/>
          <p:cNvGrpSpPr/>
          <p:nvPr/>
        </p:nvGrpSpPr>
        <p:grpSpPr>
          <a:xfrm>
            <a:off x="-4279533" y="606171"/>
            <a:ext cx="5567477" cy="1896216"/>
            <a:chOff x="-4279533" y="606171"/>
            <a:chExt cx="5567477" cy="1896216"/>
          </a:xfrm>
        </p:grpSpPr>
        <p:pic>
          <p:nvPicPr>
            <p:cNvPr id="197" name="Google Shape;197;p14"/>
            <p:cNvPicPr preferRelativeResize="0"/>
            <p:nvPr/>
          </p:nvPicPr>
          <p:blipFill>
            <a:blip r:embed="rId3">
              <a:alphaModFix/>
            </a:blip>
            <a:stretch>
              <a:fillRect/>
            </a:stretch>
          </p:blipFill>
          <p:spPr>
            <a:xfrm>
              <a:off x="-400368" y="859908"/>
              <a:ext cx="1108501" cy="1277681"/>
            </a:xfrm>
            <a:prstGeom prst="rect">
              <a:avLst/>
            </a:prstGeom>
            <a:noFill/>
            <a:ln>
              <a:noFill/>
            </a:ln>
          </p:spPr>
        </p:pic>
        <p:pic>
          <p:nvPicPr>
            <p:cNvPr id="198" name="Google Shape;198;p14"/>
            <p:cNvPicPr preferRelativeResize="0"/>
            <p:nvPr/>
          </p:nvPicPr>
          <p:blipFill>
            <a:blip r:embed="rId4">
              <a:alphaModFix/>
            </a:blip>
            <a:stretch>
              <a:fillRect/>
            </a:stretch>
          </p:blipFill>
          <p:spPr>
            <a:xfrm>
              <a:off x="-526813" y="606171"/>
              <a:ext cx="1315225" cy="1558485"/>
            </a:xfrm>
            <a:prstGeom prst="rect">
              <a:avLst/>
            </a:prstGeom>
            <a:noFill/>
            <a:ln>
              <a:noFill/>
            </a:ln>
          </p:spPr>
        </p:pic>
        <p:pic>
          <p:nvPicPr>
            <p:cNvPr id="199" name="Google Shape;199;p14"/>
            <p:cNvPicPr preferRelativeResize="0"/>
            <p:nvPr/>
          </p:nvPicPr>
          <p:blipFill rotWithShape="1">
            <a:blip r:embed="rId6">
              <a:alphaModFix/>
            </a:blip>
            <a:srcRect b="0" l="45530" r="45530" t="0"/>
            <a:stretch/>
          </p:blipFill>
          <p:spPr>
            <a:xfrm flipH="1" rot="3600013">
              <a:off x="496873" y="1709377"/>
              <a:ext cx="77654" cy="834994"/>
            </a:xfrm>
            <a:prstGeom prst="rect">
              <a:avLst/>
            </a:prstGeom>
            <a:noFill/>
            <a:ln>
              <a:noFill/>
            </a:ln>
          </p:spPr>
        </p:pic>
        <p:pic>
          <p:nvPicPr>
            <p:cNvPr id="200" name="Google Shape;200;p14"/>
            <p:cNvPicPr preferRelativeResize="0"/>
            <p:nvPr/>
          </p:nvPicPr>
          <p:blipFill>
            <a:blip r:embed="rId7">
              <a:alphaModFix/>
            </a:blip>
            <a:stretch>
              <a:fillRect/>
            </a:stretch>
          </p:blipFill>
          <p:spPr>
            <a:xfrm>
              <a:off x="-162475" y="1949913"/>
              <a:ext cx="538674" cy="552474"/>
            </a:xfrm>
            <a:prstGeom prst="rect">
              <a:avLst/>
            </a:prstGeom>
            <a:noFill/>
            <a:ln>
              <a:noFill/>
            </a:ln>
          </p:spPr>
        </p:pic>
        <p:pic>
          <p:nvPicPr>
            <p:cNvPr id="201" name="Google Shape;201;p14"/>
            <p:cNvPicPr preferRelativeResize="0"/>
            <p:nvPr/>
          </p:nvPicPr>
          <p:blipFill rotWithShape="1">
            <a:blip r:embed="rId5">
              <a:alphaModFix/>
            </a:blip>
            <a:srcRect b="0" l="49481" r="49482" t="0"/>
            <a:stretch/>
          </p:blipFill>
          <p:spPr>
            <a:xfrm rot="-5400000">
              <a:off x="-1534619" y="-1371862"/>
              <a:ext cx="77649" cy="5567477"/>
            </a:xfrm>
            <a:prstGeom prst="rect">
              <a:avLst/>
            </a:prstGeom>
            <a:noFill/>
            <a:ln>
              <a:noFill/>
            </a:ln>
          </p:spPr>
        </p:pic>
      </p:grpSp>
      <p:grpSp>
        <p:nvGrpSpPr>
          <p:cNvPr id="202" name="Google Shape;202;p14"/>
          <p:cNvGrpSpPr/>
          <p:nvPr/>
        </p:nvGrpSpPr>
        <p:grpSpPr>
          <a:xfrm>
            <a:off x="-2670783" y="3355931"/>
            <a:ext cx="5567477" cy="2210363"/>
            <a:chOff x="-2670783" y="3355931"/>
            <a:chExt cx="5567477" cy="2210363"/>
          </a:xfrm>
        </p:grpSpPr>
        <p:pic>
          <p:nvPicPr>
            <p:cNvPr id="203" name="Google Shape;203;p14"/>
            <p:cNvPicPr preferRelativeResize="0"/>
            <p:nvPr/>
          </p:nvPicPr>
          <p:blipFill>
            <a:blip r:embed="rId3">
              <a:alphaModFix/>
            </a:blip>
            <a:stretch>
              <a:fillRect/>
            </a:stretch>
          </p:blipFill>
          <p:spPr>
            <a:xfrm>
              <a:off x="-652462" y="3584526"/>
              <a:ext cx="1719374" cy="1981768"/>
            </a:xfrm>
            <a:prstGeom prst="rect">
              <a:avLst/>
            </a:prstGeom>
            <a:noFill/>
            <a:ln>
              <a:noFill/>
            </a:ln>
          </p:spPr>
        </p:pic>
        <p:pic>
          <p:nvPicPr>
            <p:cNvPr id="204" name="Google Shape;204;p14"/>
            <p:cNvPicPr preferRelativeResize="0"/>
            <p:nvPr/>
          </p:nvPicPr>
          <p:blipFill>
            <a:blip r:embed="rId8">
              <a:alphaModFix/>
            </a:blip>
            <a:stretch>
              <a:fillRect/>
            </a:stretch>
          </p:blipFill>
          <p:spPr>
            <a:xfrm>
              <a:off x="-802699" y="3355931"/>
              <a:ext cx="1719374" cy="1981768"/>
            </a:xfrm>
            <a:prstGeom prst="rect">
              <a:avLst/>
            </a:prstGeom>
            <a:noFill/>
            <a:ln>
              <a:noFill/>
            </a:ln>
          </p:spPr>
        </p:pic>
        <p:pic>
          <p:nvPicPr>
            <p:cNvPr id="205" name="Google Shape;205;p14"/>
            <p:cNvPicPr preferRelativeResize="0"/>
            <p:nvPr/>
          </p:nvPicPr>
          <p:blipFill>
            <a:blip r:embed="rId9">
              <a:alphaModFix/>
            </a:blip>
            <a:stretch>
              <a:fillRect/>
            </a:stretch>
          </p:blipFill>
          <p:spPr>
            <a:xfrm>
              <a:off x="528220" y="4529318"/>
              <a:ext cx="538674" cy="552476"/>
            </a:xfrm>
            <a:prstGeom prst="rect">
              <a:avLst/>
            </a:prstGeom>
            <a:noFill/>
            <a:ln>
              <a:noFill/>
            </a:ln>
          </p:spPr>
        </p:pic>
        <p:pic>
          <p:nvPicPr>
            <p:cNvPr id="206" name="Google Shape;206;p14"/>
            <p:cNvPicPr preferRelativeResize="0"/>
            <p:nvPr/>
          </p:nvPicPr>
          <p:blipFill rotWithShape="1">
            <a:blip r:embed="rId5">
              <a:alphaModFix/>
            </a:blip>
            <a:srcRect b="0" l="49481" r="49482" t="0"/>
            <a:stretch/>
          </p:blipFill>
          <p:spPr>
            <a:xfrm rot="-5400000">
              <a:off x="74131" y="2021813"/>
              <a:ext cx="77649" cy="5567477"/>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7" name="Shape 207"/>
        <p:cNvGrpSpPr/>
        <p:nvPr/>
      </p:nvGrpSpPr>
      <p:grpSpPr>
        <a:xfrm>
          <a:off x="0" y="0"/>
          <a:ext cx="0" cy="0"/>
          <a:chOff x="0" y="0"/>
          <a:chExt cx="0" cy="0"/>
        </a:xfrm>
      </p:grpSpPr>
      <p:pic>
        <p:nvPicPr>
          <p:cNvPr id="208" name="Google Shape;208;p15"/>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209" name="Google Shape;20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lnSpc>
                <a:spcPct val="115000"/>
              </a:lnSpc>
              <a:spcBef>
                <a:spcPts val="0"/>
              </a:spcBef>
              <a:spcAft>
                <a:spcPts val="0"/>
              </a:spcAft>
              <a:buSzPts val="3500"/>
              <a:buNone/>
              <a:defRPr/>
            </a:lvl2pPr>
            <a:lvl3pPr lvl="2" rtl="0">
              <a:lnSpc>
                <a:spcPct val="115000"/>
              </a:lnSpc>
              <a:spcBef>
                <a:spcPts val="0"/>
              </a:spcBef>
              <a:spcAft>
                <a:spcPts val="0"/>
              </a:spcAft>
              <a:buSzPts val="3500"/>
              <a:buNone/>
              <a:defRPr/>
            </a:lvl3pPr>
            <a:lvl4pPr lvl="3" rtl="0">
              <a:lnSpc>
                <a:spcPct val="115000"/>
              </a:lnSpc>
              <a:spcBef>
                <a:spcPts val="0"/>
              </a:spcBef>
              <a:spcAft>
                <a:spcPts val="0"/>
              </a:spcAft>
              <a:buSzPts val="3500"/>
              <a:buNone/>
              <a:defRPr/>
            </a:lvl4pPr>
            <a:lvl5pPr lvl="4" rtl="0">
              <a:lnSpc>
                <a:spcPct val="115000"/>
              </a:lnSpc>
              <a:spcBef>
                <a:spcPts val="0"/>
              </a:spcBef>
              <a:spcAft>
                <a:spcPts val="0"/>
              </a:spcAft>
              <a:buSzPts val="3500"/>
              <a:buNone/>
              <a:defRPr/>
            </a:lvl5pPr>
            <a:lvl6pPr lvl="5" rtl="0">
              <a:lnSpc>
                <a:spcPct val="115000"/>
              </a:lnSpc>
              <a:spcBef>
                <a:spcPts val="0"/>
              </a:spcBef>
              <a:spcAft>
                <a:spcPts val="0"/>
              </a:spcAft>
              <a:buSzPts val="3500"/>
              <a:buNone/>
              <a:defRPr/>
            </a:lvl6pPr>
            <a:lvl7pPr lvl="6" rtl="0">
              <a:lnSpc>
                <a:spcPct val="115000"/>
              </a:lnSpc>
              <a:spcBef>
                <a:spcPts val="0"/>
              </a:spcBef>
              <a:spcAft>
                <a:spcPts val="0"/>
              </a:spcAft>
              <a:buSzPts val="3500"/>
              <a:buNone/>
              <a:defRPr/>
            </a:lvl7pPr>
            <a:lvl8pPr lvl="7" rtl="0">
              <a:lnSpc>
                <a:spcPct val="115000"/>
              </a:lnSpc>
              <a:spcBef>
                <a:spcPts val="0"/>
              </a:spcBef>
              <a:spcAft>
                <a:spcPts val="0"/>
              </a:spcAft>
              <a:buSzPts val="3500"/>
              <a:buNone/>
              <a:defRPr/>
            </a:lvl8pPr>
            <a:lvl9pPr lvl="8" rtl="0">
              <a:lnSpc>
                <a:spcPct val="115000"/>
              </a:lnSpc>
              <a:spcBef>
                <a:spcPts val="0"/>
              </a:spcBef>
              <a:spcAft>
                <a:spcPts val="0"/>
              </a:spcAft>
              <a:buSzPts val="3500"/>
              <a:buNone/>
              <a:defRPr/>
            </a:lvl9pPr>
          </a:lstStyle>
          <a:p/>
        </p:txBody>
      </p:sp>
      <p:sp>
        <p:nvSpPr>
          <p:cNvPr id="210" name="Google Shape;210;p15"/>
          <p:cNvSpPr txBox="1"/>
          <p:nvPr>
            <p:ph idx="1" type="subTitle"/>
          </p:nvPr>
        </p:nvSpPr>
        <p:spPr>
          <a:xfrm>
            <a:off x="1365074" y="3341750"/>
            <a:ext cx="54552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11" name="Google Shape;211;p15"/>
          <p:cNvSpPr txBox="1"/>
          <p:nvPr>
            <p:ph idx="2" type="subTitle"/>
          </p:nvPr>
        </p:nvSpPr>
        <p:spPr>
          <a:xfrm>
            <a:off x="1365074" y="1970025"/>
            <a:ext cx="54552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12" name="Google Shape;212;p15"/>
          <p:cNvSpPr txBox="1"/>
          <p:nvPr>
            <p:ph idx="3" type="subTitle"/>
          </p:nvPr>
        </p:nvSpPr>
        <p:spPr>
          <a:xfrm>
            <a:off x="1365074" y="3031650"/>
            <a:ext cx="5455200" cy="462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13" name="Google Shape;213;p15"/>
          <p:cNvSpPr txBox="1"/>
          <p:nvPr>
            <p:ph idx="4" type="subTitle"/>
          </p:nvPr>
        </p:nvSpPr>
        <p:spPr>
          <a:xfrm>
            <a:off x="1365074" y="1659925"/>
            <a:ext cx="5455200" cy="462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grpSp>
        <p:nvGrpSpPr>
          <p:cNvPr id="214" name="Google Shape;214;p15"/>
          <p:cNvGrpSpPr/>
          <p:nvPr/>
        </p:nvGrpSpPr>
        <p:grpSpPr>
          <a:xfrm>
            <a:off x="-1225124" y="-2932787"/>
            <a:ext cx="1868547" cy="5727549"/>
            <a:chOff x="-1225124" y="-2932787"/>
            <a:chExt cx="1868547" cy="5727549"/>
          </a:xfrm>
        </p:grpSpPr>
        <p:pic>
          <p:nvPicPr>
            <p:cNvPr id="215" name="Google Shape;215;p15"/>
            <p:cNvPicPr preferRelativeResize="0"/>
            <p:nvPr/>
          </p:nvPicPr>
          <p:blipFill>
            <a:blip r:embed="rId3">
              <a:alphaModFix/>
            </a:blip>
            <a:stretch>
              <a:fillRect/>
            </a:stretch>
          </p:blipFill>
          <p:spPr>
            <a:xfrm>
              <a:off x="-917087" y="-174238"/>
              <a:ext cx="1560510" cy="1798675"/>
            </a:xfrm>
            <a:prstGeom prst="rect">
              <a:avLst/>
            </a:prstGeom>
            <a:noFill/>
            <a:ln>
              <a:noFill/>
            </a:ln>
          </p:spPr>
        </p:pic>
        <p:pic>
          <p:nvPicPr>
            <p:cNvPr id="216" name="Google Shape;216;p15"/>
            <p:cNvPicPr preferRelativeResize="0"/>
            <p:nvPr/>
          </p:nvPicPr>
          <p:blipFill>
            <a:blip r:embed="rId4">
              <a:alphaModFix/>
            </a:blip>
            <a:stretch>
              <a:fillRect/>
            </a:stretch>
          </p:blipFill>
          <p:spPr>
            <a:xfrm>
              <a:off x="-1225124" y="-494382"/>
              <a:ext cx="1719374" cy="1981768"/>
            </a:xfrm>
            <a:prstGeom prst="rect">
              <a:avLst/>
            </a:prstGeom>
            <a:noFill/>
            <a:ln>
              <a:noFill/>
            </a:ln>
          </p:spPr>
        </p:pic>
        <p:pic>
          <p:nvPicPr>
            <p:cNvPr id="217" name="Google Shape;217;p15"/>
            <p:cNvPicPr preferRelativeResize="0"/>
            <p:nvPr/>
          </p:nvPicPr>
          <p:blipFill rotWithShape="1">
            <a:blip r:embed="rId5">
              <a:alphaModFix/>
            </a:blip>
            <a:srcRect b="0" l="45530" r="45530" t="0"/>
            <a:stretch/>
          </p:blipFill>
          <p:spPr>
            <a:xfrm flipH="1" rot="3600013">
              <a:off x="36923" y="1055375"/>
              <a:ext cx="77654" cy="890699"/>
            </a:xfrm>
            <a:prstGeom prst="rect">
              <a:avLst/>
            </a:prstGeom>
            <a:noFill/>
            <a:ln>
              <a:noFill/>
            </a:ln>
          </p:spPr>
        </p:pic>
        <p:pic>
          <p:nvPicPr>
            <p:cNvPr id="218" name="Google Shape;218;p15"/>
            <p:cNvPicPr preferRelativeResize="0"/>
            <p:nvPr/>
          </p:nvPicPr>
          <p:blipFill rotWithShape="1">
            <a:blip r:embed="rId6">
              <a:alphaModFix/>
            </a:blip>
            <a:srcRect b="0" l="49481" r="49482" t="0"/>
            <a:stretch/>
          </p:blipFill>
          <p:spPr>
            <a:xfrm>
              <a:off x="187825" y="-2932787"/>
              <a:ext cx="77649" cy="5727549"/>
            </a:xfrm>
            <a:prstGeom prst="rect">
              <a:avLst/>
            </a:prstGeom>
            <a:noFill/>
            <a:ln>
              <a:noFill/>
            </a:ln>
          </p:spPr>
        </p:pic>
      </p:grpSp>
      <p:grpSp>
        <p:nvGrpSpPr>
          <p:cNvPr id="219" name="Google Shape;219;p15"/>
          <p:cNvGrpSpPr/>
          <p:nvPr/>
        </p:nvGrpSpPr>
        <p:grpSpPr>
          <a:xfrm>
            <a:off x="8161438" y="2536725"/>
            <a:ext cx="5836806" cy="5567477"/>
            <a:chOff x="8161438" y="2536725"/>
            <a:chExt cx="5836806" cy="5567477"/>
          </a:xfrm>
        </p:grpSpPr>
        <p:pic>
          <p:nvPicPr>
            <p:cNvPr id="220" name="Google Shape;220;p15"/>
            <p:cNvPicPr preferRelativeResize="0"/>
            <p:nvPr/>
          </p:nvPicPr>
          <p:blipFill>
            <a:blip r:embed="rId7">
              <a:alphaModFix/>
            </a:blip>
            <a:stretch>
              <a:fillRect/>
            </a:stretch>
          </p:blipFill>
          <p:spPr>
            <a:xfrm>
              <a:off x="8161438" y="4332338"/>
              <a:ext cx="538674" cy="552474"/>
            </a:xfrm>
            <a:prstGeom prst="rect">
              <a:avLst/>
            </a:prstGeom>
            <a:noFill/>
            <a:ln>
              <a:noFill/>
            </a:ln>
          </p:spPr>
        </p:pic>
        <p:pic>
          <p:nvPicPr>
            <p:cNvPr id="221" name="Google Shape;221;p15"/>
            <p:cNvPicPr preferRelativeResize="0"/>
            <p:nvPr/>
          </p:nvPicPr>
          <p:blipFill rotWithShape="1">
            <a:blip r:embed="rId6">
              <a:alphaModFix/>
            </a:blip>
            <a:srcRect b="0" l="49481" r="49482" t="0"/>
            <a:stretch/>
          </p:blipFill>
          <p:spPr>
            <a:xfrm>
              <a:off x="8819027" y="2536725"/>
              <a:ext cx="77649" cy="5567477"/>
            </a:xfrm>
            <a:prstGeom prst="rect">
              <a:avLst/>
            </a:prstGeom>
            <a:noFill/>
            <a:ln>
              <a:noFill/>
            </a:ln>
          </p:spPr>
        </p:pic>
        <p:pic>
          <p:nvPicPr>
            <p:cNvPr id="222" name="Google Shape;222;p15"/>
            <p:cNvPicPr preferRelativeResize="0"/>
            <p:nvPr/>
          </p:nvPicPr>
          <p:blipFill rotWithShape="1">
            <a:blip r:embed="rId6">
              <a:alphaModFix/>
            </a:blip>
            <a:srcRect b="0" l="49481" r="49482" t="0"/>
            <a:stretch/>
          </p:blipFill>
          <p:spPr>
            <a:xfrm rot="-5400000">
              <a:off x="11175681" y="957350"/>
              <a:ext cx="77649" cy="5567477"/>
            </a:xfrm>
            <a:prstGeom prst="rect">
              <a:avLst/>
            </a:prstGeom>
            <a:noFill/>
            <a:ln>
              <a:noFill/>
            </a:ln>
          </p:spPr>
        </p:pic>
      </p:grpSp>
      <p:grpSp>
        <p:nvGrpSpPr>
          <p:cNvPr id="223" name="Google Shape;223;p15"/>
          <p:cNvGrpSpPr/>
          <p:nvPr/>
        </p:nvGrpSpPr>
        <p:grpSpPr>
          <a:xfrm>
            <a:off x="7876592" y="-193178"/>
            <a:ext cx="5567477" cy="2139089"/>
            <a:chOff x="7876592" y="-193178"/>
            <a:chExt cx="5567477" cy="2139089"/>
          </a:xfrm>
        </p:grpSpPr>
        <p:pic>
          <p:nvPicPr>
            <p:cNvPr id="224" name="Google Shape;224;p15"/>
            <p:cNvPicPr preferRelativeResize="0"/>
            <p:nvPr/>
          </p:nvPicPr>
          <p:blipFill>
            <a:blip r:embed="rId3">
              <a:alphaModFix/>
            </a:blip>
            <a:stretch>
              <a:fillRect/>
            </a:stretch>
          </p:blipFill>
          <p:spPr>
            <a:xfrm>
              <a:off x="8496450" y="107876"/>
              <a:ext cx="1315225" cy="1515947"/>
            </a:xfrm>
            <a:prstGeom prst="rect">
              <a:avLst/>
            </a:prstGeom>
            <a:noFill/>
            <a:ln>
              <a:noFill/>
            </a:ln>
          </p:spPr>
        </p:pic>
        <p:pic>
          <p:nvPicPr>
            <p:cNvPr id="225" name="Google Shape;225;p15"/>
            <p:cNvPicPr preferRelativeResize="0"/>
            <p:nvPr/>
          </p:nvPicPr>
          <p:blipFill>
            <a:blip r:embed="rId8">
              <a:alphaModFix/>
            </a:blip>
            <a:stretch>
              <a:fillRect/>
            </a:stretch>
          </p:blipFill>
          <p:spPr>
            <a:xfrm>
              <a:off x="8346425" y="-193178"/>
              <a:ext cx="1560500" cy="1849115"/>
            </a:xfrm>
            <a:prstGeom prst="rect">
              <a:avLst/>
            </a:prstGeom>
            <a:noFill/>
            <a:ln>
              <a:noFill/>
            </a:ln>
          </p:spPr>
        </p:pic>
        <p:pic>
          <p:nvPicPr>
            <p:cNvPr id="226" name="Google Shape;226;p15"/>
            <p:cNvPicPr preferRelativeResize="0"/>
            <p:nvPr/>
          </p:nvPicPr>
          <p:blipFill>
            <a:blip r:embed="rId9">
              <a:alphaModFix/>
            </a:blip>
            <a:stretch>
              <a:fillRect/>
            </a:stretch>
          </p:blipFill>
          <p:spPr>
            <a:xfrm>
              <a:off x="8721750" y="1393438"/>
              <a:ext cx="538674" cy="552474"/>
            </a:xfrm>
            <a:prstGeom prst="rect">
              <a:avLst/>
            </a:prstGeom>
            <a:noFill/>
            <a:ln>
              <a:noFill/>
            </a:ln>
          </p:spPr>
        </p:pic>
        <p:pic>
          <p:nvPicPr>
            <p:cNvPr id="227" name="Google Shape;227;p15"/>
            <p:cNvPicPr preferRelativeResize="0"/>
            <p:nvPr/>
          </p:nvPicPr>
          <p:blipFill rotWithShape="1">
            <a:blip r:embed="rId5">
              <a:alphaModFix/>
            </a:blip>
            <a:srcRect b="0" l="45530" r="45530" t="0"/>
            <a:stretch/>
          </p:blipFill>
          <p:spPr>
            <a:xfrm flipH="1">
              <a:off x="8495000" y="313877"/>
              <a:ext cx="77654" cy="834994"/>
            </a:xfrm>
            <a:prstGeom prst="rect">
              <a:avLst/>
            </a:prstGeom>
            <a:noFill/>
            <a:ln>
              <a:noFill/>
            </a:ln>
          </p:spPr>
        </p:pic>
        <p:pic>
          <p:nvPicPr>
            <p:cNvPr id="228" name="Google Shape;228;p15"/>
            <p:cNvPicPr preferRelativeResize="0"/>
            <p:nvPr/>
          </p:nvPicPr>
          <p:blipFill rotWithShape="1">
            <a:blip r:embed="rId6">
              <a:alphaModFix/>
            </a:blip>
            <a:srcRect b="0" l="49481" r="49482" t="0"/>
            <a:stretch/>
          </p:blipFill>
          <p:spPr>
            <a:xfrm rot="-5400000">
              <a:off x="10621506" y="-1578150"/>
              <a:ext cx="77649" cy="5567477"/>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1">
    <p:spTree>
      <p:nvGrpSpPr>
        <p:cNvPr id="229" name="Shape 229"/>
        <p:cNvGrpSpPr/>
        <p:nvPr/>
      </p:nvGrpSpPr>
      <p:grpSpPr>
        <a:xfrm>
          <a:off x="0" y="0"/>
          <a:ext cx="0" cy="0"/>
          <a:chOff x="0" y="0"/>
          <a:chExt cx="0" cy="0"/>
        </a:xfrm>
      </p:grpSpPr>
      <p:pic>
        <p:nvPicPr>
          <p:cNvPr id="230" name="Google Shape;230;p16"/>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231" name="Google Shape;2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2" name="Google Shape;232;p16"/>
          <p:cNvSpPr txBox="1"/>
          <p:nvPr>
            <p:ph idx="1" type="subTitle"/>
          </p:nvPr>
        </p:nvSpPr>
        <p:spPr>
          <a:xfrm>
            <a:off x="785300" y="3077125"/>
            <a:ext cx="21753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16"/>
          <p:cNvSpPr txBox="1"/>
          <p:nvPr>
            <p:ph idx="2" type="subTitle"/>
          </p:nvPr>
        </p:nvSpPr>
        <p:spPr>
          <a:xfrm>
            <a:off x="3332025" y="3077125"/>
            <a:ext cx="21753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 name="Google Shape;234;p16"/>
          <p:cNvSpPr txBox="1"/>
          <p:nvPr>
            <p:ph idx="3" type="subTitle"/>
          </p:nvPr>
        </p:nvSpPr>
        <p:spPr>
          <a:xfrm>
            <a:off x="5878750" y="3077125"/>
            <a:ext cx="2175300" cy="88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16"/>
          <p:cNvSpPr txBox="1"/>
          <p:nvPr>
            <p:ph idx="4" type="subTitle"/>
          </p:nvPr>
        </p:nvSpPr>
        <p:spPr>
          <a:xfrm>
            <a:off x="785300" y="2656825"/>
            <a:ext cx="21753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6" name="Google Shape;236;p16"/>
          <p:cNvSpPr txBox="1"/>
          <p:nvPr>
            <p:ph idx="5" type="subTitle"/>
          </p:nvPr>
        </p:nvSpPr>
        <p:spPr>
          <a:xfrm>
            <a:off x="3332022" y="2656825"/>
            <a:ext cx="21753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7" name="Google Shape;237;p16"/>
          <p:cNvSpPr txBox="1"/>
          <p:nvPr>
            <p:ph idx="6" type="subTitle"/>
          </p:nvPr>
        </p:nvSpPr>
        <p:spPr>
          <a:xfrm>
            <a:off x="5878750" y="2656825"/>
            <a:ext cx="21753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200">
                <a:latin typeface="Bai Jamjuree Medium"/>
                <a:ea typeface="Bai Jamjuree Medium"/>
                <a:cs typeface="Bai Jamjuree Medium"/>
                <a:sym typeface="Bai Jamjuree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8" name="Google Shape;238;p16"/>
          <p:cNvGrpSpPr/>
          <p:nvPr/>
        </p:nvGrpSpPr>
        <p:grpSpPr>
          <a:xfrm>
            <a:off x="8024326" y="3677906"/>
            <a:ext cx="1869611" cy="2210363"/>
            <a:chOff x="8024326" y="3677906"/>
            <a:chExt cx="1869611" cy="2210363"/>
          </a:xfrm>
        </p:grpSpPr>
        <p:pic>
          <p:nvPicPr>
            <p:cNvPr id="239" name="Google Shape;239;p16"/>
            <p:cNvPicPr preferRelativeResize="0"/>
            <p:nvPr/>
          </p:nvPicPr>
          <p:blipFill>
            <a:blip r:embed="rId3">
              <a:alphaModFix/>
            </a:blip>
            <a:stretch>
              <a:fillRect/>
            </a:stretch>
          </p:blipFill>
          <p:spPr>
            <a:xfrm>
              <a:off x="8174563" y="3906501"/>
              <a:ext cx="1719374" cy="1981768"/>
            </a:xfrm>
            <a:prstGeom prst="rect">
              <a:avLst/>
            </a:prstGeom>
            <a:noFill/>
            <a:ln>
              <a:noFill/>
            </a:ln>
          </p:spPr>
        </p:pic>
        <p:pic>
          <p:nvPicPr>
            <p:cNvPr id="240" name="Google Shape;240;p16"/>
            <p:cNvPicPr preferRelativeResize="0"/>
            <p:nvPr/>
          </p:nvPicPr>
          <p:blipFill>
            <a:blip r:embed="rId4">
              <a:alphaModFix/>
            </a:blip>
            <a:stretch>
              <a:fillRect/>
            </a:stretch>
          </p:blipFill>
          <p:spPr>
            <a:xfrm>
              <a:off x="8024326" y="3677906"/>
              <a:ext cx="1719374" cy="1981768"/>
            </a:xfrm>
            <a:prstGeom prst="rect">
              <a:avLst/>
            </a:prstGeom>
            <a:noFill/>
            <a:ln>
              <a:noFill/>
            </a:ln>
          </p:spPr>
        </p:pic>
        <p:pic>
          <p:nvPicPr>
            <p:cNvPr id="241" name="Google Shape;241;p16"/>
            <p:cNvPicPr preferRelativeResize="0"/>
            <p:nvPr/>
          </p:nvPicPr>
          <p:blipFill rotWithShape="1">
            <a:blip r:embed="rId5">
              <a:alphaModFix/>
            </a:blip>
            <a:srcRect b="0" l="45530" r="45530" t="0"/>
            <a:stretch/>
          </p:blipFill>
          <p:spPr>
            <a:xfrm flipH="1">
              <a:off x="8174587" y="4333990"/>
              <a:ext cx="77654" cy="834994"/>
            </a:xfrm>
            <a:prstGeom prst="rect">
              <a:avLst/>
            </a:prstGeom>
            <a:noFill/>
            <a:ln>
              <a:noFill/>
            </a:ln>
          </p:spPr>
        </p:pic>
      </p:grpSp>
      <p:grpSp>
        <p:nvGrpSpPr>
          <p:cNvPr id="242" name="Google Shape;242;p16"/>
          <p:cNvGrpSpPr/>
          <p:nvPr/>
        </p:nvGrpSpPr>
        <p:grpSpPr>
          <a:xfrm>
            <a:off x="8497675" y="2360246"/>
            <a:ext cx="1740112" cy="1558485"/>
            <a:chOff x="8497675" y="2360246"/>
            <a:chExt cx="1740112" cy="1558485"/>
          </a:xfrm>
        </p:grpSpPr>
        <p:pic>
          <p:nvPicPr>
            <p:cNvPr id="243" name="Google Shape;243;p16"/>
            <p:cNvPicPr preferRelativeResize="0"/>
            <p:nvPr/>
          </p:nvPicPr>
          <p:blipFill>
            <a:blip r:embed="rId3">
              <a:alphaModFix/>
            </a:blip>
            <a:stretch>
              <a:fillRect/>
            </a:stretch>
          </p:blipFill>
          <p:spPr>
            <a:xfrm>
              <a:off x="9049007" y="2613983"/>
              <a:ext cx="1108501" cy="1277681"/>
            </a:xfrm>
            <a:prstGeom prst="rect">
              <a:avLst/>
            </a:prstGeom>
            <a:noFill/>
            <a:ln>
              <a:noFill/>
            </a:ln>
          </p:spPr>
        </p:pic>
        <p:pic>
          <p:nvPicPr>
            <p:cNvPr id="244" name="Google Shape;244;p16"/>
            <p:cNvPicPr preferRelativeResize="0"/>
            <p:nvPr/>
          </p:nvPicPr>
          <p:blipFill>
            <a:blip r:embed="rId6">
              <a:alphaModFix/>
            </a:blip>
            <a:stretch>
              <a:fillRect/>
            </a:stretch>
          </p:blipFill>
          <p:spPr>
            <a:xfrm>
              <a:off x="8922562" y="2360246"/>
              <a:ext cx="1315225" cy="1558485"/>
            </a:xfrm>
            <a:prstGeom prst="rect">
              <a:avLst/>
            </a:prstGeom>
            <a:noFill/>
            <a:ln>
              <a:noFill/>
            </a:ln>
          </p:spPr>
        </p:pic>
        <p:pic>
          <p:nvPicPr>
            <p:cNvPr id="245" name="Google Shape;245;p16"/>
            <p:cNvPicPr preferRelativeResize="0"/>
            <p:nvPr/>
          </p:nvPicPr>
          <p:blipFill rotWithShape="1">
            <a:blip r:embed="rId5">
              <a:alphaModFix/>
            </a:blip>
            <a:srcRect b="0" l="45530" r="45530" t="0"/>
            <a:stretch/>
          </p:blipFill>
          <p:spPr>
            <a:xfrm flipH="1">
              <a:off x="8728187" y="2757415"/>
              <a:ext cx="77654" cy="834994"/>
            </a:xfrm>
            <a:prstGeom prst="rect">
              <a:avLst/>
            </a:prstGeom>
            <a:noFill/>
            <a:ln>
              <a:noFill/>
            </a:ln>
          </p:spPr>
        </p:pic>
        <p:pic>
          <p:nvPicPr>
            <p:cNvPr id="246" name="Google Shape;246;p16"/>
            <p:cNvPicPr preferRelativeResize="0"/>
            <p:nvPr/>
          </p:nvPicPr>
          <p:blipFill>
            <a:blip r:embed="rId7">
              <a:alphaModFix/>
            </a:blip>
            <a:stretch>
              <a:fillRect/>
            </a:stretch>
          </p:blipFill>
          <p:spPr>
            <a:xfrm>
              <a:off x="8497675" y="3345550"/>
              <a:ext cx="538674" cy="552474"/>
            </a:xfrm>
            <a:prstGeom prst="rect">
              <a:avLst/>
            </a:prstGeom>
            <a:noFill/>
            <a:ln>
              <a:noFill/>
            </a:ln>
          </p:spPr>
        </p:pic>
      </p:grpSp>
      <p:pic>
        <p:nvPicPr>
          <p:cNvPr id="247" name="Google Shape;247;p16"/>
          <p:cNvPicPr preferRelativeResize="0"/>
          <p:nvPr/>
        </p:nvPicPr>
        <p:blipFill rotWithShape="1">
          <a:blip r:embed="rId8">
            <a:alphaModFix/>
          </a:blip>
          <a:srcRect b="0" l="49481" r="49482" t="0"/>
          <a:stretch/>
        </p:blipFill>
        <p:spPr>
          <a:xfrm>
            <a:off x="8393276" y="3058068"/>
            <a:ext cx="77649" cy="2396592"/>
          </a:xfrm>
          <a:prstGeom prst="rect">
            <a:avLst/>
          </a:prstGeom>
          <a:noFill/>
          <a:ln>
            <a:noFill/>
          </a:ln>
        </p:spPr>
      </p:pic>
      <p:pic>
        <p:nvPicPr>
          <p:cNvPr id="248" name="Google Shape;248;p16"/>
          <p:cNvPicPr preferRelativeResize="0"/>
          <p:nvPr/>
        </p:nvPicPr>
        <p:blipFill rotWithShape="1">
          <a:blip r:embed="rId8">
            <a:alphaModFix/>
          </a:blip>
          <a:srcRect b="0" l="49481" r="49482" t="0"/>
          <a:stretch/>
        </p:blipFill>
        <p:spPr>
          <a:xfrm rot="-5400000">
            <a:off x="8046406" y="-2491962"/>
            <a:ext cx="77649" cy="5567477"/>
          </a:xfrm>
          <a:prstGeom prst="rect">
            <a:avLst/>
          </a:prstGeom>
          <a:noFill/>
          <a:ln>
            <a:noFill/>
          </a:ln>
        </p:spPr>
      </p:pic>
      <p:pic>
        <p:nvPicPr>
          <p:cNvPr id="249" name="Google Shape;249;p16"/>
          <p:cNvPicPr preferRelativeResize="0"/>
          <p:nvPr/>
        </p:nvPicPr>
        <p:blipFill rotWithShape="1">
          <a:blip r:embed="rId8">
            <a:alphaModFix/>
          </a:blip>
          <a:srcRect b="0" l="49481" r="49482" t="0"/>
          <a:stretch/>
        </p:blipFill>
        <p:spPr>
          <a:xfrm>
            <a:off x="383350" y="3263076"/>
            <a:ext cx="77649" cy="239659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50" name="Shape 250"/>
        <p:cNvGrpSpPr/>
        <p:nvPr/>
      </p:nvGrpSpPr>
      <p:grpSpPr>
        <a:xfrm>
          <a:off x="0" y="0"/>
          <a:ext cx="0" cy="0"/>
          <a:chOff x="0" y="0"/>
          <a:chExt cx="0" cy="0"/>
        </a:xfrm>
      </p:grpSpPr>
      <p:pic>
        <p:nvPicPr>
          <p:cNvPr id="251" name="Google Shape;251;p17"/>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252" name="Google Shape;25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lnSpc>
                <a:spcPct val="115000"/>
              </a:lnSpc>
              <a:spcBef>
                <a:spcPts val="0"/>
              </a:spcBef>
              <a:spcAft>
                <a:spcPts val="0"/>
              </a:spcAft>
              <a:buSzPts val="3500"/>
              <a:buNone/>
              <a:defRPr/>
            </a:lvl2pPr>
            <a:lvl3pPr lvl="2" rtl="0">
              <a:lnSpc>
                <a:spcPct val="115000"/>
              </a:lnSpc>
              <a:spcBef>
                <a:spcPts val="0"/>
              </a:spcBef>
              <a:spcAft>
                <a:spcPts val="0"/>
              </a:spcAft>
              <a:buSzPts val="3500"/>
              <a:buNone/>
              <a:defRPr/>
            </a:lvl3pPr>
            <a:lvl4pPr lvl="3" rtl="0">
              <a:lnSpc>
                <a:spcPct val="115000"/>
              </a:lnSpc>
              <a:spcBef>
                <a:spcPts val="0"/>
              </a:spcBef>
              <a:spcAft>
                <a:spcPts val="0"/>
              </a:spcAft>
              <a:buSzPts val="3500"/>
              <a:buNone/>
              <a:defRPr/>
            </a:lvl4pPr>
            <a:lvl5pPr lvl="4" rtl="0">
              <a:lnSpc>
                <a:spcPct val="115000"/>
              </a:lnSpc>
              <a:spcBef>
                <a:spcPts val="0"/>
              </a:spcBef>
              <a:spcAft>
                <a:spcPts val="0"/>
              </a:spcAft>
              <a:buSzPts val="3500"/>
              <a:buNone/>
              <a:defRPr/>
            </a:lvl5pPr>
            <a:lvl6pPr lvl="5" rtl="0">
              <a:lnSpc>
                <a:spcPct val="115000"/>
              </a:lnSpc>
              <a:spcBef>
                <a:spcPts val="0"/>
              </a:spcBef>
              <a:spcAft>
                <a:spcPts val="0"/>
              </a:spcAft>
              <a:buSzPts val="3500"/>
              <a:buNone/>
              <a:defRPr/>
            </a:lvl6pPr>
            <a:lvl7pPr lvl="6" rtl="0">
              <a:lnSpc>
                <a:spcPct val="115000"/>
              </a:lnSpc>
              <a:spcBef>
                <a:spcPts val="0"/>
              </a:spcBef>
              <a:spcAft>
                <a:spcPts val="0"/>
              </a:spcAft>
              <a:buSzPts val="3500"/>
              <a:buNone/>
              <a:defRPr/>
            </a:lvl7pPr>
            <a:lvl8pPr lvl="7" rtl="0">
              <a:lnSpc>
                <a:spcPct val="115000"/>
              </a:lnSpc>
              <a:spcBef>
                <a:spcPts val="0"/>
              </a:spcBef>
              <a:spcAft>
                <a:spcPts val="0"/>
              </a:spcAft>
              <a:buSzPts val="3500"/>
              <a:buNone/>
              <a:defRPr/>
            </a:lvl8pPr>
            <a:lvl9pPr lvl="8" rtl="0">
              <a:lnSpc>
                <a:spcPct val="115000"/>
              </a:lnSpc>
              <a:spcBef>
                <a:spcPts val="0"/>
              </a:spcBef>
              <a:spcAft>
                <a:spcPts val="0"/>
              </a:spcAft>
              <a:buSzPts val="3500"/>
              <a:buNone/>
              <a:defRPr/>
            </a:lvl9pPr>
          </a:lstStyle>
          <a:p/>
        </p:txBody>
      </p:sp>
      <p:sp>
        <p:nvSpPr>
          <p:cNvPr id="253" name="Google Shape;253;p17"/>
          <p:cNvSpPr txBox="1"/>
          <p:nvPr>
            <p:ph idx="1" type="subTitle"/>
          </p:nvPr>
        </p:nvSpPr>
        <p:spPr>
          <a:xfrm>
            <a:off x="1246778" y="2059725"/>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4" name="Google Shape;254;p17"/>
          <p:cNvSpPr txBox="1"/>
          <p:nvPr>
            <p:ph idx="2" type="subTitle"/>
          </p:nvPr>
        </p:nvSpPr>
        <p:spPr>
          <a:xfrm>
            <a:off x="4629682" y="2059725"/>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5" name="Google Shape;255;p17"/>
          <p:cNvSpPr txBox="1"/>
          <p:nvPr>
            <p:ph idx="3" type="subTitle"/>
          </p:nvPr>
        </p:nvSpPr>
        <p:spPr>
          <a:xfrm>
            <a:off x="1246778" y="3493125"/>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6" name="Google Shape;256;p17"/>
          <p:cNvSpPr txBox="1"/>
          <p:nvPr>
            <p:ph idx="4" type="subTitle"/>
          </p:nvPr>
        </p:nvSpPr>
        <p:spPr>
          <a:xfrm>
            <a:off x="4629682" y="3493125"/>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7" name="Google Shape;257;p17"/>
          <p:cNvSpPr txBox="1"/>
          <p:nvPr>
            <p:ph idx="5" type="subTitle"/>
          </p:nvPr>
        </p:nvSpPr>
        <p:spPr>
          <a:xfrm>
            <a:off x="1246775" y="1741700"/>
            <a:ext cx="1978200" cy="47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58" name="Google Shape;258;p17"/>
          <p:cNvSpPr txBox="1"/>
          <p:nvPr>
            <p:ph idx="6" type="subTitle"/>
          </p:nvPr>
        </p:nvSpPr>
        <p:spPr>
          <a:xfrm>
            <a:off x="4629676" y="1741700"/>
            <a:ext cx="1978200" cy="47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59" name="Google Shape;259;p17"/>
          <p:cNvSpPr txBox="1"/>
          <p:nvPr>
            <p:ph idx="7" type="subTitle"/>
          </p:nvPr>
        </p:nvSpPr>
        <p:spPr>
          <a:xfrm>
            <a:off x="1246775" y="3175125"/>
            <a:ext cx="1978200" cy="47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60" name="Google Shape;260;p17"/>
          <p:cNvSpPr txBox="1"/>
          <p:nvPr>
            <p:ph idx="8" type="subTitle"/>
          </p:nvPr>
        </p:nvSpPr>
        <p:spPr>
          <a:xfrm>
            <a:off x="4629676" y="3175125"/>
            <a:ext cx="1978200" cy="4704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grpSp>
        <p:nvGrpSpPr>
          <p:cNvPr id="261" name="Google Shape;261;p17"/>
          <p:cNvGrpSpPr/>
          <p:nvPr/>
        </p:nvGrpSpPr>
        <p:grpSpPr>
          <a:xfrm>
            <a:off x="7781425" y="2616960"/>
            <a:ext cx="1560500" cy="1849115"/>
            <a:chOff x="7781425" y="2616960"/>
            <a:chExt cx="1560500" cy="1849115"/>
          </a:xfrm>
        </p:grpSpPr>
        <p:pic>
          <p:nvPicPr>
            <p:cNvPr id="262" name="Google Shape;262;p17"/>
            <p:cNvPicPr preferRelativeResize="0"/>
            <p:nvPr/>
          </p:nvPicPr>
          <p:blipFill>
            <a:blip r:embed="rId3">
              <a:alphaModFix/>
            </a:blip>
            <a:stretch>
              <a:fillRect/>
            </a:stretch>
          </p:blipFill>
          <p:spPr>
            <a:xfrm>
              <a:off x="7931450" y="2918014"/>
              <a:ext cx="1315225" cy="1515947"/>
            </a:xfrm>
            <a:prstGeom prst="rect">
              <a:avLst/>
            </a:prstGeom>
            <a:noFill/>
            <a:ln>
              <a:noFill/>
            </a:ln>
          </p:spPr>
        </p:pic>
        <p:pic>
          <p:nvPicPr>
            <p:cNvPr id="263" name="Google Shape;263;p17"/>
            <p:cNvPicPr preferRelativeResize="0"/>
            <p:nvPr/>
          </p:nvPicPr>
          <p:blipFill>
            <a:blip r:embed="rId4">
              <a:alphaModFix/>
            </a:blip>
            <a:stretch>
              <a:fillRect/>
            </a:stretch>
          </p:blipFill>
          <p:spPr>
            <a:xfrm>
              <a:off x="7781425" y="2616960"/>
              <a:ext cx="1560500" cy="1849115"/>
            </a:xfrm>
            <a:prstGeom prst="rect">
              <a:avLst/>
            </a:prstGeom>
            <a:noFill/>
            <a:ln>
              <a:noFill/>
            </a:ln>
          </p:spPr>
        </p:pic>
        <p:pic>
          <p:nvPicPr>
            <p:cNvPr id="264" name="Google Shape;264;p17"/>
            <p:cNvPicPr preferRelativeResize="0"/>
            <p:nvPr/>
          </p:nvPicPr>
          <p:blipFill rotWithShape="1">
            <a:blip r:embed="rId5">
              <a:alphaModFix/>
            </a:blip>
            <a:srcRect b="0" l="45530" r="45530" t="0"/>
            <a:stretch/>
          </p:blipFill>
          <p:spPr>
            <a:xfrm flipH="1">
              <a:off x="7930000" y="3124015"/>
              <a:ext cx="77654" cy="834994"/>
            </a:xfrm>
            <a:prstGeom prst="rect">
              <a:avLst/>
            </a:prstGeom>
            <a:noFill/>
            <a:ln>
              <a:noFill/>
            </a:ln>
          </p:spPr>
        </p:pic>
      </p:grpSp>
      <p:grpSp>
        <p:nvGrpSpPr>
          <p:cNvPr id="265" name="Google Shape;265;p17"/>
          <p:cNvGrpSpPr/>
          <p:nvPr/>
        </p:nvGrpSpPr>
        <p:grpSpPr>
          <a:xfrm>
            <a:off x="6769363" y="3959000"/>
            <a:ext cx="1868547" cy="2223100"/>
            <a:chOff x="6769363" y="3959000"/>
            <a:chExt cx="1868547" cy="2223100"/>
          </a:xfrm>
        </p:grpSpPr>
        <p:pic>
          <p:nvPicPr>
            <p:cNvPr id="266" name="Google Shape;266;p17"/>
            <p:cNvPicPr preferRelativeResize="0"/>
            <p:nvPr/>
          </p:nvPicPr>
          <p:blipFill>
            <a:blip r:embed="rId3">
              <a:alphaModFix/>
            </a:blip>
            <a:stretch>
              <a:fillRect/>
            </a:stretch>
          </p:blipFill>
          <p:spPr>
            <a:xfrm>
              <a:off x="7077400" y="4383425"/>
              <a:ext cx="1560510" cy="1798675"/>
            </a:xfrm>
            <a:prstGeom prst="rect">
              <a:avLst/>
            </a:prstGeom>
            <a:noFill/>
            <a:ln>
              <a:noFill/>
            </a:ln>
          </p:spPr>
        </p:pic>
        <p:pic>
          <p:nvPicPr>
            <p:cNvPr id="267" name="Google Shape;267;p17"/>
            <p:cNvPicPr preferRelativeResize="0"/>
            <p:nvPr/>
          </p:nvPicPr>
          <p:blipFill>
            <a:blip r:embed="rId6">
              <a:alphaModFix/>
            </a:blip>
            <a:stretch>
              <a:fillRect/>
            </a:stretch>
          </p:blipFill>
          <p:spPr>
            <a:xfrm>
              <a:off x="6769363" y="4063281"/>
              <a:ext cx="1719374" cy="1981768"/>
            </a:xfrm>
            <a:prstGeom prst="rect">
              <a:avLst/>
            </a:prstGeom>
            <a:noFill/>
            <a:ln>
              <a:noFill/>
            </a:ln>
          </p:spPr>
        </p:pic>
        <p:pic>
          <p:nvPicPr>
            <p:cNvPr id="268" name="Google Shape;268;p17"/>
            <p:cNvPicPr preferRelativeResize="0"/>
            <p:nvPr/>
          </p:nvPicPr>
          <p:blipFill>
            <a:blip r:embed="rId7">
              <a:alphaModFix/>
            </a:blip>
            <a:stretch>
              <a:fillRect/>
            </a:stretch>
          </p:blipFill>
          <p:spPr>
            <a:xfrm>
              <a:off x="7781425" y="3959000"/>
              <a:ext cx="538674" cy="552474"/>
            </a:xfrm>
            <a:prstGeom prst="rect">
              <a:avLst/>
            </a:prstGeom>
            <a:noFill/>
            <a:ln>
              <a:noFill/>
            </a:ln>
          </p:spPr>
        </p:pic>
      </p:grpSp>
      <p:grpSp>
        <p:nvGrpSpPr>
          <p:cNvPr id="269" name="Google Shape;269;p17"/>
          <p:cNvGrpSpPr/>
          <p:nvPr/>
        </p:nvGrpSpPr>
        <p:grpSpPr>
          <a:xfrm>
            <a:off x="6052601" y="-1340119"/>
            <a:ext cx="2099163" cy="2118801"/>
            <a:chOff x="6052601" y="-1340119"/>
            <a:chExt cx="2099163" cy="2118801"/>
          </a:xfrm>
        </p:grpSpPr>
        <p:pic>
          <p:nvPicPr>
            <p:cNvPr id="270" name="Google Shape;270;p17"/>
            <p:cNvPicPr preferRelativeResize="0"/>
            <p:nvPr/>
          </p:nvPicPr>
          <p:blipFill>
            <a:blip r:embed="rId3">
              <a:alphaModFix/>
            </a:blip>
            <a:stretch>
              <a:fillRect/>
            </a:stretch>
          </p:blipFill>
          <p:spPr>
            <a:xfrm>
              <a:off x="6591263" y="-1019948"/>
              <a:ext cx="1560501" cy="1798629"/>
            </a:xfrm>
            <a:prstGeom prst="rect">
              <a:avLst/>
            </a:prstGeom>
            <a:noFill/>
            <a:ln>
              <a:noFill/>
            </a:ln>
          </p:spPr>
        </p:pic>
        <p:pic>
          <p:nvPicPr>
            <p:cNvPr id="271" name="Google Shape;271;p17"/>
            <p:cNvPicPr preferRelativeResize="0"/>
            <p:nvPr/>
          </p:nvPicPr>
          <p:blipFill>
            <a:blip r:embed="rId6">
              <a:alphaModFix/>
            </a:blip>
            <a:stretch>
              <a:fillRect/>
            </a:stretch>
          </p:blipFill>
          <p:spPr>
            <a:xfrm>
              <a:off x="6283226" y="-1340119"/>
              <a:ext cx="1719374" cy="1981768"/>
            </a:xfrm>
            <a:prstGeom prst="rect">
              <a:avLst/>
            </a:prstGeom>
            <a:noFill/>
            <a:ln>
              <a:noFill/>
            </a:ln>
          </p:spPr>
        </p:pic>
        <p:pic>
          <p:nvPicPr>
            <p:cNvPr id="272" name="Google Shape;272;p17"/>
            <p:cNvPicPr preferRelativeResize="0"/>
            <p:nvPr/>
          </p:nvPicPr>
          <p:blipFill>
            <a:blip r:embed="rId8">
              <a:alphaModFix/>
            </a:blip>
            <a:stretch>
              <a:fillRect/>
            </a:stretch>
          </p:blipFill>
          <p:spPr>
            <a:xfrm>
              <a:off x="6052601" y="-52550"/>
              <a:ext cx="538674" cy="552474"/>
            </a:xfrm>
            <a:prstGeom prst="rect">
              <a:avLst/>
            </a:prstGeom>
            <a:noFill/>
            <a:ln>
              <a:noFill/>
            </a:ln>
          </p:spPr>
        </p:pic>
        <p:pic>
          <p:nvPicPr>
            <p:cNvPr id="273" name="Google Shape;273;p17"/>
            <p:cNvPicPr preferRelativeResize="0"/>
            <p:nvPr/>
          </p:nvPicPr>
          <p:blipFill rotWithShape="1">
            <a:blip r:embed="rId5">
              <a:alphaModFix/>
            </a:blip>
            <a:srcRect b="0" l="45530" r="45530" t="0"/>
            <a:stretch/>
          </p:blipFill>
          <p:spPr>
            <a:xfrm flipH="1" rot="3600013">
              <a:off x="7457523" y="-193811"/>
              <a:ext cx="77654" cy="834994"/>
            </a:xfrm>
            <a:prstGeom prst="rect">
              <a:avLst/>
            </a:prstGeom>
            <a:noFill/>
            <a:ln>
              <a:noFill/>
            </a:ln>
          </p:spPr>
        </p:pic>
      </p:grpSp>
      <p:pic>
        <p:nvPicPr>
          <p:cNvPr id="274" name="Google Shape;274;p17"/>
          <p:cNvPicPr preferRelativeResize="0"/>
          <p:nvPr/>
        </p:nvPicPr>
        <p:blipFill rotWithShape="1">
          <a:blip r:embed="rId9">
            <a:alphaModFix/>
          </a:blip>
          <a:srcRect b="0" l="49481" r="49482" t="0"/>
          <a:stretch/>
        </p:blipFill>
        <p:spPr>
          <a:xfrm>
            <a:off x="8780927" y="-1968950"/>
            <a:ext cx="77649" cy="5567477"/>
          </a:xfrm>
          <a:prstGeom prst="rect">
            <a:avLst/>
          </a:prstGeom>
          <a:noFill/>
          <a:ln>
            <a:noFill/>
          </a:ln>
        </p:spPr>
      </p:pic>
      <p:grpSp>
        <p:nvGrpSpPr>
          <p:cNvPr id="275" name="Google Shape;275;p17"/>
          <p:cNvGrpSpPr/>
          <p:nvPr/>
        </p:nvGrpSpPr>
        <p:grpSpPr>
          <a:xfrm>
            <a:off x="-3321308" y="-2877325"/>
            <a:ext cx="5567477" cy="5727549"/>
            <a:chOff x="-3321308" y="-2877325"/>
            <a:chExt cx="5567477" cy="5727549"/>
          </a:xfrm>
        </p:grpSpPr>
        <p:pic>
          <p:nvPicPr>
            <p:cNvPr id="276" name="Google Shape;276;p17"/>
            <p:cNvPicPr preferRelativeResize="0"/>
            <p:nvPr/>
          </p:nvPicPr>
          <p:blipFill rotWithShape="1">
            <a:blip r:embed="rId9">
              <a:alphaModFix/>
            </a:blip>
            <a:srcRect b="0" l="49481" r="49482" t="0"/>
            <a:stretch/>
          </p:blipFill>
          <p:spPr>
            <a:xfrm>
              <a:off x="351950" y="-2877325"/>
              <a:ext cx="77649" cy="5727549"/>
            </a:xfrm>
            <a:prstGeom prst="rect">
              <a:avLst/>
            </a:prstGeom>
            <a:noFill/>
            <a:ln>
              <a:noFill/>
            </a:ln>
          </p:spPr>
        </p:pic>
        <p:pic>
          <p:nvPicPr>
            <p:cNvPr id="277" name="Google Shape;277;p17"/>
            <p:cNvPicPr preferRelativeResize="0"/>
            <p:nvPr/>
          </p:nvPicPr>
          <p:blipFill rotWithShape="1">
            <a:blip r:embed="rId9">
              <a:alphaModFix/>
            </a:blip>
            <a:srcRect b="0" l="49481" r="49482" t="0"/>
            <a:stretch/>
          </p:blipFill>
          <p:spPr>
            <a:xfrm rot="-5400000">
              <a:off x="-576394" y="-2361900"/>
              <a:ext cx="77649" cy="5567477"/>
            </a:xfrm>
            <a:prstGeom prst="rect">
              <a:avLst/>
            </a:prstGeom>
            <a:noFill/>
            <a:ln>
              <a:noFill/>
            </a:ln>
          </p:spPr>
        </p:pic>
      </p:grpSp>
      <p:grpSp>
        <p:nvGrpSpPr>
          <p:cNvPr id="278" name="Google Shape;278;p17"/>
          <p:cNvGrpSpPr/>
          <p:nvPr/>
        </p:nvGrpSpPr>
        <p:grpSpPr>
          <a:xfrm>
            <a:off x="-2862395" y="4371130"/>
            <a:ext cx="5567477" cy="552476"/>
            <a:chOff x="-2862395" y="4371130"/>
            <a:chExt cx="5567477" cy="552476"/>
          </a:xfrm>
        </p:grpSpPr>
        <p:pic>
          <p:nvPicPr>
            <p:cNvPr id="279" name="Google Shape;279;p17"/>
            <p:cNvPicPr preferRelativeResize="0"/>
            <p:nvPr/>
          </p:nvPicPr>
          <p:blipFill>
            <a:blip r:embed="rId10">
              <a:alphaModFix/>
            </a:blip>
            <a:stretch>
              <a:fillRect/>
            </a:stretch>
          </p:blipFill>
          <p:spPr>
            <a:xfrm>
              <a:off x="121445" y="4371130"/>
              <a:ext cx="538674" cy="552476"/>
            </a:xfrm>
            <a:prstGeom prst="rect">
              <a:avLst/>
            </a:prstGeom>
            <a:noFill/>
            <a:ln>
              <a:noFill/>
            </a:ln>
          </p:spPr>
        </p:pic>
        <p:pic>
          <p:nvPicPr>
            <p:cNvPr id="280" name="Google Shape;280;p17"/>
            <p:cNvPicPr preferRelativeResize="0"/>
            <p:nvPr/>
          </p:nvPicPr>
          <p:blipFill rotWithShape="1">
            <a:blip r:embed="rId9">
              <a:alphaModFix/>
            </a:blip>
            <a:srcRect b="0" l="49481" r="49482" t="0"/>
            <a:stretch/>
          </p:blipFill>
          <p:spPr>
            <a:xfrm rot="-5400000">
              <a:off x="-117481" y="1863625"/>
              <a:ext cx="77649" cy="5567477"/>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81" name="Shape 281"/>
        <p:cNvGrpSpPr/>
        <p:nvPr/>
      </p:nvGrpSpPr>
      <p:grpSpPr>
        <a:xfrm>
          <a:off x="0" y="0"/>
          <a:ext cx="0" cy="0"/>
          <a:chOff x="0" y="0"/>
          <a:chExt cx="0" cy="0"/>
        </a:xfrm>
      </p:grpSpPr>
      <p:pic>
        <p:nvPicPr>
          <p:cNvPr id="282" name="Google Shape;282;p18"/>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283" name="Google Shape;28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lnSpc>
                <a:spcPct val="115000"/>
              </a:lnSpc>
              <a:spcBef>
                <a:spcPts val="0"/>
              </a:spcBef>
              <a:spcAft>
                <a:spcPts val="0"/>
              </a:spcAft>
              <a:buSzPts val="3500"/>
              <a:buNone/>
              <a:defRPr/>
            </a:lvl2pPr>
            <a:lvl3pPr lvl="2" rtl="0">
              <a:lnSpc>
                <a:spcPct val="115000"/>
              </a:lnSpc>
              <a:spcBef>
                <a:spcPts val="0"/>
              </a:spcBef>
              <a:spcAft>
                <a:spcPts val="0"/>
              </a:spcAft>
              <a:buSzPts val="3500"/>
              <a:buNone/>
              <a:defRPr/>
            </a:lvl3pPr>
            <a:lvl4pPr lvl="3" rtl="0">
              <a:lnSpc>
                <a:spcPct val="115000"/>
              </a:lnSpc>
              <a:spcBef>
                <a:spcPts val="0"/>
              </a:spcBef>
              <a:spcAft>
                <a:spcPts val="0"/>
              </a:spcAft>
              <a:buSzPts val="3500"/>
              <a:buNone/>
              <a:defRPr/>
            </a:lvl4pPr>
            <a:lvl5pPr lvl="4" rtl="0">
              <a:lnSpc>
                <a:spcPct val="115000"/>
              </a:lnSpc>
              <a:spcBef>
                <a:spcPts val="0"/>
              </a:spcBef>
              <a:spcAft>
                <a:spcPts val="0"/>
              </a:spcAft>
              <a:buSzPts val="3500"/>
              <a:buNone/>
              <a:defRPr/>
            </a:lvl5pPr>
            <a:lvl6pPr lvl="5" rtl="0">
              <a:lnSpc>
                <a:spcPct val="115000"/>
              </a:lnSpc>
              <a:spcBef>
                <a:spcPts val="0"/>
              </a:spcBef>
              <a:spcAft>
                <a:spcPts val="0"/>
              </a:spcAft>
              <a:buSzPts val="3500"/>
              <a:buNone/>
              <a:defRPr/>
            </a:lvl6pPr>
            <a:lvl7pPr lvl="6" rtl="0">
              <a:lnSpc>
                <a:spcPct val="115000"/>
              </a:lnSpc>
              <a:spcBef>
                <a:spcPts val="0"/>
              </a:spcBef>
              <a:spcAft>
                <a:spcPts val="0"/>
              </a:spcAft>
              <a:buSzPts val="3500"/>
              <a:buNone/>
              <a:defRPr/>
            </a:lvl7pPr>
            <a:lvl8pPr lvl="7" rtl="0">
              <a:lnSpc>
                <a:spcPct val="115000"/>
              </a:lnSpc>
              <a:spcBef>
                <a:spcPts val="0"/>
              </a:spcBef>
              <a:spcAft>
                <a:spcPts val="0"/>
              </a:spcAft>
              <a:buSzPts val="3500"/>
              <a:buNone/>
              <a:defRPr/>
            </a:lvl8pPr>
            <a:lvl9pPr lvl="8" rtl="0">
              <a:lnSpc>
                <a:spcPct val="115000"/>
              </a:lnSpc>
              <a:spcBef>
                <a:spcPts val="0"/>
              </a:spcBef>
              <a:spcAft>
                <a:spcPts val="0"/>
              </a:spcAft>
              <a:buSzPts val="3500"/>
              <a:buNone/>
              <a:defRPr/>
            </a:lvl9pPr>
          </a:lstStyle>
          <a:p/>
        </p:txBody>
      </p:sp>
      <p:sp>
        <p:nvSpPr>
          <p:cNvPr id="284" name="Google Shape;284;p18"/>
          <p:cNvSpPr txBox="1"/>
          <p:nvPr>
            <p:ph idx="1" type="subTitle"/>
          </p:nvPr>
        </p:nvSpPr>
        <p:spPr>
          <a:xfrm>
            <a:off x="719991" y="2272136"/>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5" name="Google Shape;285;p18"/>
          <p:cNvSpPr txBox="1"/>
          <p:nvPr>
            <p:ph idx="2" type="subTitle"/>
          </p:nvPr>
        </p:nvSpPr>
        <p:spPr>
          <a:xfrm>
            <a:off x="3555150" y="2272136"/>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6" name="Google Shape;286;p18"/>
          <p:cNvSpPr txBox="1"/>
          <p:nvPr>
            <p:ph idx="3" type="subTitle"/>
          </p:nvPr>
        </p:nvSpPr>
        <p:spPr>
          <a:xfrm>
            <a:off x="719991" y="3984564"/>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7" name="Google Shape;287;p18"/>
          <p:cNvSpPr txBox="1"/>
          <p:nvPr>
            <p:ph idx="4" type="subTitle"/>
          </p:nvPr>
        </p:nvSpPr>
        <p:spPr>
          <a:xfrm>
            <a:off x="3555150" y="3984564"/>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8" name="Google Shape;288;p18"/>
          <p:cNvSpPr txBox="1"/>
          <p:nvPr>
            <p:ph idx="5" type="subTitle"/>
          </p:nvPr>
        </p:nvSpPr>
        <p:spPr>
          <a:xfrm>
            <a:off x="6390309" y="2272136"/>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89" name="Google Shape;289;p18"/>
          <p:cNvSpPr txBox="1"/>
          <p:nvPr>
            <p:ph idx="6" type="subTitle"/>
          </p:nvPr>
        </p:nvSpPr>
        <p:spPr>
          <a:xfrm>
            <a:off x="6390309" y="3984564"/>
            <a:ext cx="2033700" cy="624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90" name="Google Shape;290;p18"/>
          <p:cNvSpPr txBox="1"/>
          <p:nvPr>
            <p:ph idx="7" type="subTitle"/>
          </p:nvPr>
        </p:nvSpPr>
        <p:spPr>
          <a:xfrm>
            <a:off x="719991" y="1948900"/>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91" name="Google Shape;291;p18"/>
          <p:cNvSpPr txBox="1"/>
          <p:nvPr>
            <p:ph idx="8" type="subTitle"/>
          </p:nvPr>
        </p:nvSpPr>
        <p:spPr>
          <a:xfrm>
            <a:off x="3555150" y="1948900"/>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92" name="Google Shape;292;p18"/>
          <p:cNvSpPr txBox="1"/>
          <p:nvPr>
            <p:ph idx="9" type="subTitle"/>
          </p:nvPr>
        </p:nvSpPr>
        <p:spPr>
          <a:xfrm>
            <a:off x="719991" y="3656989"/>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93" name="Google Shape;293;p18"/>
          <p:cNvSpPr txBox="1"/>
          <p:nvPr>
            <p:ph idx="13" type="subTitle"/>
          </p:nvPr>
        </p:nvSpPr>
        <p:spPr>
          <a:xfrm>
            <a:off x="3555150" y="3656989"/>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94" name="Google Shape;294;p18"/>
          <p:cNvSpPr txBox="1"/>
          <p:nvPr>
            <p:ph idx="14" type="subTitle"/>
          </p:nvPr>
        </p:nvSpPr>
        <p:spPr>
          <a:xfrm>
            <a:off x="6390309" y="1948900"/>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sp>
        <p:nvSpPr>
          <p:cNvPr id="295" name="Google Shape;295;p18"/>
          <p:cNvSpPr txBox="1"/>
          <p:nvPr>
            <p:ph idx="15" type="subTitle"/>
          </p:nvPr>
        </p:nvSpPr>
        <p:spPr>
          <a:xfrm>
            <a:off x="6390309" y="3656989"/>
            <a:ext cx="2033700" cy="4743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200"/>
              <a:buFont typeface="DM Sans"/>
              <a:buNone/>
              <a:defRPr sz="2200">
                <a:latin typeface="Bai Jamjuree Medium"/>
                <a:ea typeface="Bai Jamjuree Medium"/>
                <a:cs typeface="Bai Jamjuree Medium"/>
                <a:sym typeface="Bai Jamjuree Medium"/>
              </a:defRPr>
            </a:lvl1pPr>
            <a:lvl2pPr lvl="1" rtl="0" algn="ctr">
              <a:lnSpc>
                <a:spcPct val="115000"/>
              </a:lnSpc>
              <a:spcBef>
                <a:spcPts val="0"/>
              </a:spcBef>
              <a:spcAft>
                <a:spcPts val="0"/>
              </a:spcAft>
              <a:buSzPts val="2200"/>
              <a:buFont typeface="DM Sans"/>
              <a:buNone/>
              <a:defRPr b="1" sz="2200">
                <a:latin typeface="DM Sans"/>
                <a:ea typeface="DM Sans"/>
                <a:cs typeface="DM Sans"/>
                <a:sym typeface="DM Sans"/>
              </a:defRPr>
            </a:lvl2pPr>
            <a:lvl3pPr lvl="2" rtl="0" algn="ctr">
              <a:lnSpc>
                <a:spcPct val="115000"/>
              </a:lnSpc>
              <a:spcBef>
                <a:spcPts val="0"/>
              </a:spcBef>
              <a:spcAft>
                <a:spcPts val="0"/>
              </a:spcAft>
              <a:buSzPts val="2200"/>
              <a:buFont typeface="DM Sans"/>
              <a:buNone/>
              <a:defRPr b="1" sz="2200">
                <a:latin typeface="DM Sans"/>
                <a:ea typeface="DM Sans"/>
                <a:cs typeface="DM Sans"/>
                <a:sym typeface="DM Sans"/>
              </a:defRPr>
            </a:lvl3pPr>
            <a:lvl4pPr lvl="3" rtl="0" algn="ctr">
              <a:lnSpc>
                <a:spcPct val="115000"/>
              </a:lnSpc>
              <a:spcBef>
                <a:spcPts val="0"/>
              </a:spcBef>
              <a:spcAft>
                <a:spcPts val="0"/>
              </a:spcAft>
              <a:buSzPts val="2200"/>
              <a:buFont typeface="DM Sans"/>
              <a:buNone/>
              <a:defRPr b="1" sz="2200">
                <a:latin typeface="DM Sans"/>
                <a:ea typeface="DM Sans"/>
                <a:cs typeface="DM Sans"/>
                <a:sym typeface="DM Sans"/>
              </a:defRPr>
            </a:lvl4pPr>
            <a:lvl5pPr lvl="4" rtl="0" algn="ctr">
              <a:lnSpc>
                <a:spcPct val="115000"/>
              </a:lnSpc>
              <a:spcBef>
                <a:spcPts val="0"/>
              </a:spcBef>
              <a:spcAft>
                <a:spcPts val="0"/>
              </a:spcAft>
              <a:buSzPts val="2200"/>
              <a:buFont typeface="DM Sans"/>
              <a:buNone/>
              <a:defRPr b="1" sz="2200">
                <a:latin typeface="DM Sans"/>
                <a:ea typeface="DM Sans"/>
                <a:cs typeface="DM Sans"/>
                <a:sym typeface="DM Sans"/>
              </a:defRPr>
            </a:lvl5pPr>
            <a:lvl6pPr lvl="5" rtl="0" algn="ctr">
              <a:lnSpc>
                <a:spcPct val="115000"/>
              </a:lnSpc>
              <a:spcBef>
                <a:spcPts val="0"/>
              </a:spcBef>
              <a:spcAft>
                <a:spcPts val="0"/>
              </a:spcAft>
              <a:buSzPts val="2200"/>
              <a:buFont typeface="DM Sans"/>
              <a:buNone/>
              <a:defRPr b="1" sz="2200">
                <a:latin typeface="DM Sans"/>
                <a:ea typeface="DM Sans"/>
                <a:cs typeface="DM Sans"/>
                <a:sym typeface="DM Sans"/>
              </a:defRPr>
            </a:lvl6pPr>
            <a:lvl7pPr lvl="6" rtl="0" algn="ctr">
              <a:lnSpc>
                <a:spcPct val="115000"/>
              </a:lnSpc>
              <a:spcBef>
                <a:spcPts val="0"/>
              </a:spcBef>
              <a:spcAft>
                <a:spcPts val="0"/>
              </a:spcAft>
              <a:buSzPts val="2200"/>
              <a:buFont typeface="DM Sans"/>
              <a:buNone/>
              <a:defRPr b="1" sz="2200">
                <a:latin typeface="DM Sans"/>
                <a:ea typeface="DM Sans"/>
                <a:cs typeface="DM Sans"/>
                <a:sym typeface="DM Sans"/>
              </a:defRPr>
            </a:lvl7pPr>
            <a:lvl8pPr lvl="7" rtl="0" algn="ctr">
              <a:lnSpc>
                <a:spcPct val="115000"/>
              </a:lnSpc>
              <a:spcBef>
                <a:spcPts val="0"/>
              </a:spcBef>
              <a:spcAft>
                <a:spcPts val="0"/>
              </a:spcAft>
              <a:buSzPts val="2200"/>
              <a:buFont typeface="DM Sans"/>
              <a:buNone/>
              <a:defRPr b="1" sz="2200">
                <a:latin typeface="DM Sans"/>
                <a:ea typeface="DM Sans"/>
                <a:cs typeface="DM Sans"/>
                <a:sym typeface="DM Sans"/>
              </a:defRPr>
            </a:lvl8pPr>
            <a:lvl9pPr lvl="8" rtl="0" algn="ctr">
              <a:lnSpc>
                <a:spcPct val="115000"/>
              </a:lnSpc>
              <a:spcBef>
                <a:spcPts val="0"/>
              </a:spcBef>
              <a:spcAft>
                <a:spcPts val="0"/>
              </a:spcAft>
              <a:buSzPts val="2200"/>
              <a:buFont typeface="DM Sans"/>
              <a:buNone/>
              <a:defRPr b="1" sz="2200">
                <a:latin typeface="DM Sans"/>
                <a:ea typeface="DM Sans"/>
                <a:cs typeface="DM Sans"/>
                <a:sym typeface="DM Sans"/>
              </a:defRPr>
            </a:lvl9pPr>
          </a:lstStyle>
          <a:p/>
        </p:txBody>
      </p:sp>
      <p:grpSp>
        <p:nvGrpSpPr>
          <p:cNvPr id="296" name="Google Shape;296;p18"/>
          <p:cNvGrpSpPr/>
          <p:nvPr/>
        </p:nvGrpSpPr>
        <p:grpSpPr>
          <a:xfrm>
            <a:off x="-780638" y="3060560"/>
            <a:ext cx="1579787" cy="6493129"/>
            <a:chOff x="-780638" y="3060560"/>
            <a:chExt cx="1579787" cy="6493129"/>
          </a:xfrm>
        </p:grpSpPr>
        <p:pic>
          <p:nvPicPr>
            <p:cNvPr id="297" name="Google Shape;297;p18"/>
            <p:cNvPicPr preferRelativeResize="0"/>
            <p:nvPr/>
          </p:nvPicPr>
          <p:blipFill>
            <a:blip r:embed="rId3">
              <a:alphaModFix/>
            </a:blip>
            <a:stretch>
              <a:fillRect/>
            </a:stretch>
          </p:blipFill>
          <p:spPr>
            <a:xfrm>
              <a:off x="-654193" y="3446745"/>
              <a:ext cx="1108501" cy="1277681"/>
            </a:xfrm>
            <a:prstGeom prst="rect">
              <a:avLst/>
            </a:prstGeom>
            <a:noFill/>
            <a:ln>
              <a:noFill/>
            </a:ln>
          </p:spPr>
        </p:pic>
        <p:pic>
          <p:nvPicPr>
            <p:cNvPr id="298" name="Google Shape;298;p18"/>
            <p:cNvPicPr preferRelativeResize="0"/>
            <p:nvPr/>
          </p:nvPicPr>
          <p:blipFill>
            <a:blip r:embed="rId4">
              <a:alphaModFix/>
            </a:blip>
            <a:stretch>
              <a:fillRect/>
            </a:stretch>
          </p:blipFill>
          <p:spPr>
            <a:xfrm>
              <a:off x="-780638" y="3193008"/>
              <a:ext cx="1315225" cy="1558485"/>
            </a:xfrm>
            <a:prstGeom prst="rect">
              <a:avLst/>
            </a:prstGeom>
            <a:noFill/>
            <a:ln>
              <a:noFill/>
            </a:ln>
          </p:spPr>
        </p:pic>
        <p:pic>
          <p:nvPicPr>
            <p:cNvPr id="299" name="Google Shape;299;p18"/>
            <p:cNvPicPr preferRelativeResize="0"/>
            <p:nvPr/>
          </p:nvPicPr>
          <p:blipFill rotWithShape="1">
            <a:blip r:embed="rId5">
              <a:alphaModFix/>
            </a:blip>
            <a:srcRect b="0" l="45530" r="45530" t="0"/>
            <a:stretch/>
          </p:blipFill>
          <p:spPr>
            <a:xfrm flipH="1" rot="-3599999">
              <a:off x="224242" y="2906113"/>
              <a:ext cx="77649" cy="752276"/>
            </a:xfrm>
            <a:prstGeom prst="rect">
              <a:avLst/>
            </a:prstGeom>
            <a:noFill/>
            <a:ln>
              <a:noFill/>
            </a:ln>
          </p:spPr>
        </p:pic>
        <p:pic>
          <p:nvPicPr>
            <p:cNvPr id="300" name="Google Shape;300;p18"/>
            <p:cNvPicPr preferRelativeResize="0"/>
            <p:nvPr/>
          </p:nvPicPr>
          <p:blipFill>
            <a:blip r:embed="rId6">
              <a:alphaModFix/>
            </a:blip>
            <a:stretch>
              <a:fillRect/>
            </a:stretch>
          </p:blipFill>
          <p:spPr>
            <a:xfrm>
              <a:off x="260475" y="3247213"/>
              <a:ext cx="538674" cy="552474"/>
            </a:xfrm>
            <a:prstGeom prst="rect">
              <a:avLst/>
            </a:prstGeom>
            <a:noFill/>
            <a:ln>
              <a:noFill/>
            </a:ln>
          </p:spPr>
        </p:pic>
        <p:pic>
          <p:nvPicPr>
            <p:cNvPr id="301" name="Google Shape;301;p18"/>
            <p:cNvPicPr preferRelativeResize="0"/>
            <p:nvPr/>
          </p:nvPicPr>
          <p:blipFill rotWithShape="1">
            <a:blip r:embed="rId7">
              <a:alphaModFix/>
            </a:blip>
            <a:srcRect b="0" l="49481" r="49482" t="0"/>
            <a:stretch/>
          </p:blipFill>
          <p:spPr>
            <a:xfrm>
              <a:off x="232964" y="3986213"/>
              <a:ext cx="77649" cy="5567477"/>
            </a:xfrm>
            <a:prstGeom prst="rect">
              <a:avLst/>
            </a:prstGeom>
            <a:noFill/>
            <a:ln>
              <a:noFill/>
            </a:ln>
          </p:spPr>
        </p:pic>
      </p:grpSp>
      <p:pic>
        <p:nvPicPr>
          <p:cNvPr id="302" name="Google Shape;302;p18"/>
          <p:cNvPicPr preferRelativeResize="0"/>
          <p:nvPr/>
        </p:nvPicPr>
        <p:blipFill rotWithShape="1">
          <a:blip r:embed="rId7">
            <a:alphaModFix/>
          </a:blip>
          <a:srcRect b="0" l="49481" r="49482" t="0"/>
          <a:stretch/>
        </p:blipFill>
        <p:spPr>
          <a:xfrm rot="-5400000">
            <a:off x="10425544" y="2117088"/>
            <a:ext cx="77649" cy="5567477"/>
          </a:xfrm>
          <a:prstGeom prst="rect">
            <a:avLst/>
          </a:prstGeom>
          <a:noFill/>
          <a:ln>
            <a:noFill/>
          </a:ln>
        </p:spPr>
      </p:pic>
      <p:grpSp>
        <p:nvGrpSpPr>
          <p:cNvPr id="303" name="Google Shape;303;p18"/>
          <p:cNvGrpSpPr/>
          <p:nvPr/>
        </p:nvGrpSpPr>
        <p:grpSpPr>
          <a:xfrm>
            <a:off x="5869917" y="-7"/>
            <a:ext cx="5567477" cy="2210363"/>
            <a:chOff x="5869917" y="-7"/>
            <a:chExt cx="5567477" cy="2210363"/>
          </a:xfrm>
        </p:grpSpPr>
        <p:pic>
          <p:nvPicPr>
            <p:cNvPr id="304" name="Google Shape;304;p18"/>
            <p:cNvPicPr preferRelativeResize="0"/>
            <p:nvPr/>
          </p:nvPicPr>
          <p:blipFill>
            <a:blip r:embed="rId3">
              <a:alphaModFix/>
            </a:blip>
            <a:stretch>
              <a:fillRect/>
            </a:stretch>
          </p:blipFill>
          <p:spPr>
            <a:xfrm>
              <a:off x="8690500" y="228589"/>
              <a:ext cx="1719374" cy="1981768"/>
            </a:xfrm>
            <a:prstGeom prst="rect">
              <a:avLst/>
            </a:prstGeom>
            <a:noFill/>
            <a:ln>
              <a:noFill/>
            </a:ln>
          </p:spPr>
        </p:pic>
        <p:pic>
          <p:nvPicPr>
            <p:cNvPr id="305" name="Google Shape;305;p18"/>
            <p:cNvPicPr preferRelativeResize="0"/>
            <p:nvPr/>
          </p:nvPicPr>
          <p:blipFill>
            <a:blip r:embed="rId8">
              <a:alphaModFix/>
            </a:blip>
            <a:stretch>
              <a:fillRect/>
            </a:stretch>
          </p:blipFill>
          <p:spPr>
            <a:xfrm>
              <a:off x="8540263" y="-7"/>
              <a:ext cx="1719374" cy="1981768"/>
            </a:xfrm>
            <a:prstGeom prst="rect">
              <a:avLst/>
            </a:prstGeom>
            <a:noFill/>
            <a:ln>
              <a:noFill/>
            </a:ln>
          </p:spPr>
        </p:pic>
        <p:pic>
          <p:nvPicPr>
            <p:cNvPr id="306" name="Google Shape;306;p18"/>
            <p:cNvPicPr preferRelativeResize="0"/>
            <p:nvPr/>
          </p:nvPicPr>
          <p:blipFill rotWithShape="1">
            <a:blip r:embed="rId5">
              <a:alphaModFix/>
            </a:blip>
            <a:srcRect b="0" l="45530" r="45530" t="0"/>
            <a:stretch/>
          </p:blipFill>
          <p:spPr>
            <a:xfrm flipH="1">
              <a:off x="8689049" y="540063"/>
              <a:ext cx="77654" cy="890700"/>
            </a:xfrm>
            <a:prstGeom prst="rect">
              <a:avLst/>
            </a:prstGeom>
            <a:noFill/>
            <a:ln>
              <a:noFill/>
            </a:ln>
          </p:spPr>
        </p:pic>
        <p:pic>
          <p:nvPicPr>
            <p:cNvPr id="307" name="Google Shape;307;p18"/>
            <p:cNvPicPr preferRelativeResize="0"/>
            <p:nvPr/>
          </p:nvPicPr>
          <p:blipFill rotWithShape="1">
            <a:blip r:embed="rId5">
              <a:alphaModFix/>
            </a:blip>
            <a:srcRect b="0" l="45530" r="45530" t="0"/>
            <a:stretch/>
          </p:blipFill>
          <p:spPr>
            <a:xfrm flipH="1" rot="-7199987">
              <a:off x="9031198" y="-26360"/>
              <a:ext cx="77654" cy="834993"/>
            </a:xfrm>
            <a:prstGeom prst="rect">
              <a:avLst/>
            </a:prstGeom>
            <a:noFill/>
            <a:ln>
              <a:noFill/>
            </a:ln>
          </p:spPr>
        </p:pic>
        <p:pic>
          <p:nvPicPr>
            <p:cNvPr id="308" name="Google Shape;308;p18"/>
            <p:cNvPicPr preferRelativeResize="0"/>
            <p:nvPr/>
          </p:nvPicPr>
          <p:blipFill>
            <a:blip r:embed="rId9">
              <a:alphaModFix/>
            </a:blip>
            <a:stretch>
              <a:fillRect/>
            </a:stretch>
          </p:blipFill>
          <p:spPr>
            <a:xfrm>
              <a:off x="8384326" y="263825"/>
              <a:ext cx="538674" cy="552474"/>
            </a:xfrm>
            <a:prstGeom prst="rect">
              <a:avLst/>
            </a:prstGeom>
            <a:noFill/>
            <a:ln>
              <a:noFill/>
            </a:ln>
          </p:spPr>
        </p:pic>
        <p:pic>
          <p:nvPicPr>
            <p:cNvPr id="309" name="Google Shape;309;p18"/>
            <p:cNvPicPr preferRelativeResize="0"/>
            <p:nvPr/>
          </p:nvPicPr>
          <p:blipFill rotWithShape="1">
            <a:blip r:embed="rId5">
              <a:alphaModFix/>
            </a:blip>
            <a:srcRect b="0" l="45530" r="45530" t="0"/>
            <a:stretch/>
          </p:blipFill>
          <p:spPr>
            <a:xfrm flipH="1">
              <a:off x="10344887" y="540063"/>
              <a:ext cx="77654" cy="890700"/>
            </a:xfrm>
            <a:prstGeom prst="rect">
              <a:avLst/>
            </a:prstGeom>
            <a:noFill/>
            <a:ln>
              <a:noFill/>
            </a:ln>
          </p:spPr>
        </p:pic>
        <p:pic>
          <p:nvPicPr>
            <p:cNvPr id="310" name="Google Shape;310;p18"/>
            <p:cNvPicPr preferRelativeResize="0"/>
            <p:nvPr/>
          </p:nvPicPr>
          <p:blipFill rotWithShape="1">
            <a:blip r:embed="rId7">
              <a:alphaModFix/>
            </a:blip>
            <a:srcRect b="0" l="49481" r="49482" t="0"/>
            <a:stretch/>
          </p:blipFill>
          <p:spPr>
            <a:xfrm rot="-5400000">
              <a:off x="8614831" y="-2516325"/>
              <a:ext cx="77649" cy="5567477"/>
            </a:xfrm>
            <a:prstGeom prst="rect">
              <a:avLst/>
            </a:prstGeom>
            <a:noFill/>
            <a:ln>
              <a:noFill/>
            </a:ln>
          </p:spPr>
        </p:pic>
      </p:grpSp>
      <p:pic>
        <p:nvPicPr>
          <p:cNvPr id="311" name="Google Shape;311;p18"/>
          <p:cNvPicPr preferRelativeResize="0"/>
          <p:nvPr/>
        </p:nvPicPr>
        <p:blipFill rotWithShape="1">
          <a:blip r:embed="rId7">
            <a:alphaModFix/>
          </a:blip>
          <a:srcRect b="0" l="49481" r="49482" t="0"/>
          <a:stretch/>
        </p:blipFill>
        <p:spPr>
          <a:xfrm>
            <a:off x="377313" y="-4574850"/>
            <a:ext cx="77649" cy="572754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_1">
    <p:spTree>
      <p:nvGrpSpPr>
        <p:cNvPr id="312" name="Shape 312"/>
        <p:cNvGrpSpPr/>
        <p:nvPr/>
      </p:nvGrpSpPr>
      <p:grpSpPr>
        <a:xfrm>
          <a:off x="0" y="0"/>
          <a:ext cx="0" cy="0"/>
          <a:chOff x="0" y="0"/>
          <a:chExt cx="0" cy="0"/>
        </a:xfrm>
      </p:grpSpPr>
      <p:pic>
        <p:nvPicPr>
          <p:cNvPr id="313" name="Google Shape;313;p19"/>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14" name="Google Shape;314;p19"/>
          <p:cNvSpPr txBox="1"/>
          <p:nvPr>
            <p:ph type="title"/>
          </p:nvPr>
        </p:nvSpPr>
        <p:spPr>
          <a:xfrm>
            <a:off x="5354288" y="865500"/>
            <a:ext cx="2772600" cy="2296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5" name="Google Shape;315;p19"/>
          <p:cNvSpPr txBox="1"/>
          <p:nvPr>
            <p:ph idx="1" type="subTitle"/>
          </p:nvPr>
        </p:nvSpPr>
        <p:spPr>
          <a:xfrm>
            <a:off x="5354288" y="3161550"/>
            <a:ext cx="27726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6" name="Google Shape;316;p19"/>
          <p:cNvSpPr/>
          <p:nvPr>
            <p:ph idx="2" type="pic"/>
          </p:nvPr>
        </p:nvSpPr>
        <p:spPr>
          <a:xfrm>
            <a:off x="1017113" y="836100"/>
            <a:ext cx="3783300" cy="3471300"/>
          </a:xfrm>
          <a:prstGeom prst="hexagon">
            <a:avLst>
              <a:gd fmla="val 25000" name="adj"/>
              <a:gd fmla="val 115470" name="vf"/>
            </a:avLst>
          </a:prstGeom>
          <a:noFill/>
          <a:ln cap="flat" cmpd="sng" w="38100">
            <a:solidFill>
              <a:schemeClr val="lt1"/>
            </a:solidFill>
            <a:prstDash val="solid"/>
            <a:miter lim="8000"/>
            <a:headEnd len="sm" w="sm" type="none"/>
            <a:tailEnd len="sm" w="sm" type="none"/>
          </a:ln>
        </p:spPr>
      </p:sp>
      <p:grpSp>
        <p:nvGrpSpPr>
          <p:cNvPr id="317" name="Google Shape;317;p19"/>
          <p:cNvGrpSpPr/>
          <p:nvPr/>
        </p:nvGrpSpPr>
        <p:grpSpPr>
          <a:xfrm>
            <a:off x="-788162" y="-1060254"/>
            <a:ext cx="2501199" cy="3484460"/>
            <a:chOff x="-788162" y="-1060254"/>
            <a:chExt cx="2501199" cy="3484460"/>
          </a:xfrm>
        </p:grpSpPr>
        <p:pic>
          <p:nvPicPr>
            <p:cNvPr id="318" name="Google Shape;318;p19"/>
            <p:cNvPicPr preferRelativeResize="0"/>
            <p:nvPr/>
          </p:nvPicPr>
          <p:blipFill>
            <a:blip r:embed="rId3">
              <a:alphaModFix/>
            </a:blip>
            <a:stretch>
              <a:fillRect/>
            </a:stretch>
          </p:blipFill>
          <p:spPr>
            <a:xfrm>
              <a:off x="524257" y="-806517"/>
              <a:ext cx="1108501" cy="1277681"/>
            </a:xfrm>
            <a:prstGeom prst="rect">
              <a:avLst/>
            </a:prstGeom>
            <a:noFill/>
            <a:ln>
              <a:noFill/>
            </a:ln>
          </p:spPr>
        </p:pic>
        <p:pic>
          <p:nvPicPr>
            <p:cNvPr id="319" name="Google Shape;319;p19"/>
            <p:cNvPicPr preferRelativeResize="0"/>
            <p:nvPr/>
          </p:nvPicPr>
          <p:blipFill>
            <a:blip r:embed="rId4">
              <a:alphaModFix/>
            </a:blip>
            <a:stretch>
              <a:fillRect/>
            </a:stretch>
          </p:blipFill>
          <p:spPr>
            <a:xfrm>
              <a:off x="397812" y="-1060254"/>
              <a:ext cx="1315225" cy="1558485"/>
            </a:xfrm>
            <a:prstGeom prst="rect">
              <a:avLst/>
            </a:prstGeom>
            <a:noFill/>
            <a:ln>
              <a:noFill/>
            </a:ln>
          </p:spPr>
        </p:pic>
        <p:pic>
          <p:nvPicPr>
            <p:cNvPr id="320" name="Google Shape;320;p19"/>
            <p:cNvPicPr preferRelativeResize="0"/>
            <p:nvPr/>
          </p:nvPicPr>
          <p:blipFill>
            <a:blip r:embed="rId3">
              <a:alphaModFix/>
            </a:blip>
            <a:stretch>
              <a:fillRect/>
            </a:stretch>
          </p:blipFill>
          <p:spPr>
            <a:xfrm>
              <a:off x="-637925" y="442439"/>
              <a:ext cx="1719374" cy="1981768"/>
            </a:xfrm>
            <a:prstGeom prst="rect">
              <a:avLst/>
            </a:prstGeom>
            <a:noFill/>
            <a:ln>
              <a:noFill/>
            </a:ln>
          </p:spPr>
        </p:pic>
        <p:pic>
          <p:nvPicPr>
            <p:cNvPr id="321" name="Google Shape;321;p19"/>
            <p:cNvPicPr preferRelativeResize="0"/>
            <p:nvPr/>
          </p:nvPicPr>
          <p:blipFill>
            <a:blip r:embed="rId5">
              <a:alphaModFix/>
            </a:blip>
            <a:stretch>
              <a:fillRect/>
            </a:stretch>
          </p:blipFill>
          <p:spPr>
            <a:xfrm>
              <a:off x="-788162" y="213843"/>
              <a:ext cx="1719374" cy="1981768"/>
            </a:xfrm>
            <a:prstGeom prst="rect">
              <a:avLst/>
            </a:prstGeom>
            <a:noFill/>
            <a:ln>
              <a:noFill/>
            </a:ln>
          </p:spPr>
        </p:pic>
        <p:pic>
          <p:nvPicPr>
            <p:cNvPr id="322" name="Google Shape;322;p19"/>
            <p:cNvPicPr preferRelativeResize="0"/>
            <p:nvPr/>
          </p:nvPicPr>
          <p:blipFill>
            <a:blip r:embed="rId6">
              <a:alphaModFix/>
            </a:blip>
            <a:stretch>
              <a:fillRect/>
            </a:stretch>
          </p:blipFill>
          <p:spPr>
            <a:xfrm>
              <a:off x="761957" y="291080"/>
              <a:ext cx="538674" cy="552476"/>
            </a:xfrm>
            <a:prstGeom prst="rect">
              <a:avLst/>
            </a:prstGeom>
            <a:noFill/>
            <a:ln>
              <a:noFill/>
            </a:ln>
          </p:spPr>
        </p:pic>
        <p:pic>
          <p:nvPicPr>
            <p:cNvPr id="323" name="Google Shape;323;p19"/>
            <p:cNvPicPr preferRelativeResize="0"/>
            <p:nvPr/>
          </p:nvPicPr>
          <p:blipFill rotWithShape="1">
            <a:blip r:embed="rId7">
              <a:alphaModFix/>
            </a:blip>
            <a:srcRect b="0" l="45530" r="45530" t="0"/>
            <a:stretch/>
          </p:blipFill>
          <p:spPr>
            <a:xfrm flipH="1">
              <a:off x="1016462" y="753913"/>
              <a:ext cx="77654" cy="890700"/>
            </a:xfrm>
            <a:prstGeom prst="rect">
              <a:avLst/>
            </a:prstGeom>
            <a:noFill/>
            <a:ln>
              <a:noFill/>
            </a:ln>
          </p:spPr>
        </p:pic>
      </p:grpSp>
      <p:pic>
        <p:nvPicPr>
          <p:cNvPr id="324" name="Google Shape;324;p19"/>
          <p:cNvPicPr preferRelativeResize="0"/>
          <p:nvPr/>
        </p:nvPicPr>
        <p:blipFill rotWithShape="1">
          <a:blip r:embed="rId8">
            <a:alphaModFix/>
          </a:blip>
          <a:srcRect b="0" l="49481" r="49482" t="0"/>
          <a:stretch/>
        </p:blipFill>
        <p:spPr>
          <a:xfrm>
            <a:off x="8634138" y="1357925"/>
            <a:ext cx="77649" cy="5727549"/>
          </a:xfrm>
          <a:prstGeom prst="rect">
            <a:avLst/>
          </a:prstGeom>
          <a:noFill/>
          <a:ln>
            <a:noFill/>
          </a:ln>
        </p:spPr>
      </p:pic>
      <p:pic>
        <p:nvPicPr>
          <p:cNvPr id="325" name="Google Shape;325;p19"/>
          <p:cNvPicPr preferRelativeResize="0"/>
          <p:nvPr/>
        </p:nvPicPr>
        <p:blipFill rotWithShape="1">
          <a:blip r:embed="rId8">
            <a:alphaModFix/>
          </a:blip>
          <a:srcRect b="0" l="49481" r="49482" t="0"/>
          <a:stretch/>
        </p:blipFill>
        <p:spPr>
          <a:xfrm rot="-5400000">
            <a:off x="-1407844" y="1804425"/>
            <a:ext cx="77649" cy="5567477"/>
          </a:xfrm>
          <a:prstGeom prst="rect">
            <a:avLst/>
          </a:prstGeom>
          <a:noFill/>
          <a:ln>
            <a:noFill/>
          </a:ln>
        </p:spPr>
      </p:pic>
      <p:grpSp>
        <p:nvGrpSpPr>
          <p:cNvPr id="326" name="Google Shape;326;p19"/>
          <p:cNvGrpSpPr/>
          <p:nvPr/>
        </p:nvGrpSpPr>
        <p:grpSpPr>
          <a:xfrm>
            <a:off x="7585601" y="-1145028"/>
            <a:ext cx="1872937" cy="1954726"/>
            <a:chOff x="7585601" y="-1145028"/>
            <a:chExt cx="1872937" cy="1954726"/>
          </a:xfrm>
        </p:grpSpPr>
        <p:pic>
          <p:nvPicPr>
            <p:cNvPr id="327" name="Google Shape;327;p19"/>
            <p:cNvPicPr preferRelativeResize="0"/>
            <p:nvPr/>
          </p:nvPicPr>
          <p:blipFill>
            <a:blip r:embed="rId3">
              <a:alphaModFix/>
            </a:blip>
            <a:stretch>
              <a:fillRect/>
            </a:stretch>
          </p:blipFill>
          <p:spPr>
            <a:xfrm>
              <a:off x="8048062" y="-843974"/>
              <a:ext cx="1315225" cy="1515947"/>
            </a:xfrm>
            <a:prstGeom prst="rect">
              <a:avLst/>
            </a:prstGeom>
            <a:noFill/>
            <a:ln>
              <a:noFill/>
            </a:ln>
          </p:spPr>
        </p:pic>
        <p:pic>
          <p:nvPicPr>
            <p:cNvPr id="328" name="Google Shape;328;p19"/>
            <p:cNvPicPr preferRelativeResize="0"/>
            <p:nvPr/>
          </p:nvPicPr>
          <p:blipFill>
            <a:blip r:embed="rId4">
              <a:alphaModFix/>
            </a:blip>
            <a:stretch>
              <a:fillRect/>
            </a:stretch>
          </p:blipFill>
          <p:spPr>
            <a:xfrm>
              <a:off x="7898037" y="-1145028"/>
              <a:ext cx="1560500" cy="1849115"/>
            </a:xfrm>
            <a:prstGeom prst="rect">
              <a:avLst/>
            </a:prstGeom>
            <a:noFill/>
            <a:ln>
              <a:noFill/>
            </a:ln>
          </p:spPr>
        </p:pic>
        <p:pic>
          <p:nvPicPr>
            <p:cNvPr id="329" name="Google Shape;329;p19"/>
            <p:cNvPicPr preferRelativeResize="0"/>
            <p:nvPr/>
          </p:nvPicPr>
          <p:blipFill rotWithShape="1">
            <a:blip r:embed="rId7">
              <a:alphaModFix/>
            </a:blip>
            <a:srcRect b="0" l="45530" r="45530" t="0"/>
            <a:stretch/>
          </p:blipFill>
          <p:spPr>
            <a:xfrm flipH="1">
              <a:off x="8046612" y="-637973"/>
              <a:ext cx="77654" cy="834994"/>
            </a:xfrm>
            <a:prstGeom prst="rect">
              <a:avLst/>
            </a:prstGeom>
            <a:noFill/>
            <a:ln>
              <a:noFill/>
            </a:ln>
          </p:spPr>
        </p:pic>
        <p:pic>
          <p:nvPicPr>
            <p:cNvPr id="330" name="Google Shape;330;p19"/>
            <p:cNvPicPr preferRelativeResize="0"/>
            <p:nvPr/>
          </p:nvPicPr>
          <p:blipFill rotWithShape="1">
            <a:blip r:embed="rId7">
              <a:alphaModFix/>
            </a:blip>
            <a:srcRect b="0" l="45530" r="45530" t="0"/>
            <a:stretch/>
          </p:blipFill>
          <p:spPr>
            <a:xfrm flipH="1" rot="-3600013">
              <a:off x="8229524" y="149828"/>
              <a:ext cx="77654" cy="834994"/>
            </a:xfrm>
            <a:prstGeom prst="rect">
              <a:avLst/>
            </a:prstGeom>
            <a:noFill/>
            <a:ln>
              <a:noFill/>
            </a:ln>
          </p:spPr>
        </p:pic>
        <p:pic>
          <p:nvPicPr>
            <p:cNvPr id="331" name="Google Shape;331;p19"/>
            <p:cNvPicPr preferRelativeResize="0"/>
            <p:nvPr/>
          </p:nvPicPr>
          <p:blipFill>
            <a:blip r:embed="rId9">
              <a:alphaModFix/>
            </a:blip>
            <a:stretch>
              <a:fillRect/>
            </a:stretch>
          </p:blipFill>
          <p:spPr>
            <a:xfrm>
              <a:off x="7585601" y="-12"/>
              <a:ext cx="538674" cy="552474"/>
            </a:xfrm>
            <a:prstGeom prst="rect">
              <a:avLst/>
            </a:prstGeom>
            <a:noFill/>
            <a:ln>
              <a:noFill/>
            </a:ln>
          </p:spPr>
        </p:pic>
      </p:grpSp>
      <p:grpSp>
        <p:nvGrpSpPr>
          <p:cNvPr id="332" name="Google Shape;332;p19"/>
          <p:cNvGrpSpPr/>
          <p:nvPr/>
        </p:nvGrpSpPr>
        <p:grpSpPr>
          <a:xfrm>
            <a:off x="3756163" y="4221713"/>
            <a:ext cx="1965986" cy="2223224"/>
            <a:chOff x="3756163" y="4221713"/>
            <a:chExt cx="1965986" cy="2223224"/>
          </a:xfrm>
        </p:grpSpPr>
        <p:pic>
          <p:nvPicPr>
            <p:cNvPr id="333" name="Google Shape;333;p19"/>
            <p:cNvPicPr preferRelativeResize="0"/>
            <p:nvPr/>
          </p:nvPicPr>
          <p:blipFill>
            <a:blip r:embed="rId3">
              <a:alphaModFix/>
            </a:blip>
            <a:stretch>
              <a:fillRect/>
            </a:stretch>
          </p:blipFill>
          <p:spPr>
            <a:xfrm>
              <a:off x="4064200" y="4646262"/>
              <a:ext cx="1560510" cy="1798675"/>
            </a:xfrm>
            <a:prstGeom prst="rect">
              <a:avLst/>
            </a:prstGeom>
            <a:noFill/>
            <a:ln>
              <a:noFill/>
            </a:ln>
          </p:spPr>
        </p:pic>
        <p:pic>
          <p:nvPicPr>
            <p:cNvPr id="334" name="Google Shape;334;p19"/>
            <p:cNvPicPr preferRelativeResize="0"/>
            <p:nvPr/>
          </p:nvPicPr>
          <p:blipFill>
            <a:blip r:embed="rId5">
              <a:alphaModFix/>
            </a:blip>
            <a:stretch>
              <a:fillRect/>
            </a:stretch>
          </p:blipFill>
          <p:spPr>
            <a:xfrm>
              <a:off x="3756163" y="4326118"/>
              <a:ext cx="1719374" cy="1981768"/>
            </a:xfrm>
            <a:prstGeom prst="rect">
              <a:avLst/>
            </a:prstGeom>
            <a:noFill/>
            <a:ln>
              <a:noFill/>
            </a:ln>
          </p:spPr>
        </p:pic>
        <p:pic>
          <p:nvPicPr>
            <p:cNvPr id="335" name="Google Shape;335;p19"/>
            <p:cNvPicPr preferRelativeResize="0"/>
            <p:nvPr/>
          </p:nvPicPr>
          <p:blipFill rotWithShape="1">
            <a:blip r:embed="rId7">
              <a:alphaModFix/>
            </a:blip>
            <a:srcRect b="0" l="45530" r="45530" t="0"/>
            <a:stretch/>
          </p:blipFill>
          <p:spPr>
            <a:xfrm flipH="1" rot="-3600013">
              <a:off x="5047524" y="4046590"/>
              <a:ext cx="77654" cy="834994"/>
            </a:xfrm>
            <a:prstGeom prst="rect">
              <a:avLst/>
            </a:prstGeom>
            <a:noFill/>
            <a:ln>
              <a:noFill/>
            </a:ln>
          </p:spPr>
        </p:pic>
        <p:pic>
          <p:nvPicPr>
            <p:cNvPr id="336" name="Google Shape;336;p19"/>
            <p:cNvPicPr preferRelativeResize="0"/>
            <p:nvPr/>
          </p:nvPicPr>
          <p:blipFill>
            <a:blip r:embed="rId10">
              <a:alphaModFix/>
            </a:blip>
            <a:stretch>
              <a:fillRect/>
            </a:stretch>
          </p:blipFill>
          <p:spPr>
            <a:xfrm>
              <a:off x="5183475" y="4466600"/>
              <a:ext cx="538674" cy="552474"/>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337" name="Shape 337"/>
        <p:cNvGrpSpPr/>
        <p:nvPr/>
      </p:nvGrpSpPr>
      <p:grpSpPr>
        <a:xfrm>
          <a:off x="0" y="0"/>
          <a:ext cx="0" cy="0"/>
          <a:chOff x="0" y="0"/>
          <a:chExt cx="0" cy="0"/>
        </a:xfrm>
      </p:grpSpPr>
      <p:pic>
        <p:nvPicPr>
          <p:cNvPr id="338" name="Google Shape;338;p20"/>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39" name="Google Shape;339;p20"/>
          <p:cNvSpPr txBox="1"/>
          <p:nvPr>
            <p:ph type="title"/>
          </p:nvPr>
        </p:nvSpPr>
        <p:spPr>
          <a:xfrm>
            <a:off x="5993875" y="1709150"/>
            <a:ext cx="2436900" cy="6654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0" name="Google Shape;340;p20"/>
          <p:cNvSpPr txBox="1"/>
          <p:nvPr>
            <p:ph idx="1" type="subTitle"/>
          </p:nvPr>
        </p:nvSpPr>
        <p:spPr>
          <a:xfrm>
            <a:off x="5993875" y="2298250"/>
            <a:ext cx="2436900" cy="113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41" name="Google Shape;341;p20"/>
          <p:cNvGrpSpPr/>
          <p:nvPr/>
        </p:nvGrpSpPr>
        <p:grpSpPr>
          <a:xfrm>
            <a:off x="5739887" y="4138335"/>
            <a:ext cx="1628312" cy="1690934"/>
            <a:chOff x="5739887" y="4138335"/>
            <a:chExt cx="1628312" cy="1690934"/>
          </a:xfrm>
        </p:grpSpPr>
        <p:pic>
          <p:nvPicPr>
            <p:cNvPr id="342" name="Google Shape;342;p20"/>
            <p:cNvPicPr preferRelativeResize="0"/>
            <p:nvPr/>
          </p:nvPicPr>
          <p:blipFill>
            <a:blip r:embed="rId3">
              <a:alphaModFix/>
            </a:blip>
            <a:stretch>
              <a:fillRect/>
            </a:stretch>
          </p:blipFill>
          <p:spPr>
            <a:xfrm>
              <a:off x="5866332" y="4524520"/>
              <a:ext cx="1108501" cy="1277681"/>
            </a:xfrm>
            <a:prstGeom prst="rect">
              <a:avLst/>
            </a:prstGeom>
            <a:noFill/>
            <a:ln>
              <a:noFill/>
            </a:ln>
          </p:spPr>
        </p:pic>
        <p:pic>
          <p:nvPicPr>
            <p:cNvPr id="343" name="Google Shape;343;p20"/>
            <p:cNvPicPr preferRelativeResize="0"/>
            <p:nvPr/>
          </p:nvPicPr>
          <p:blipFill>
            <a:blip r:embed="rId4">
              <a:alphaModFix/>
            </a:blip>
            <a:stretch>
              <a:fillRect/>
            </a:stretch>
          </p:blipFill>
          <p:spPr>
            <a:xfrm>
              <a:off x="5739887" y="4270783"/>
              <a:ext cx="1315225" cy="1558485"/>
            </a:xfrm>
            <a:prstGeom prst="rect">
              <a:avLst/>
            </a:prstGeom>
            <a:noFill/>
            <a:ln>
              <a:noFill/>
            </a:ln>
          </p:spPr>
        </p:pic>
        <p:pic>
          <p:nvPicPr>
            <p:cNvPr id="344" name="Google Shape;344;p20"/>
            <p:cNvPicPr preferRelativeResize="0"/>
            <p:nvPr/>
          </p:nvPicPr>
          <p:blipFill rotWithShape="1">
            <a:blip r:embed="rId5">
              <a:alphaModFix/>
            </a:blip>
            <a:srcRect b="0" l="45530" r="45530" t="0"/>
            <a:stretch/>
          </p:blipFill>
          <p:spPr>
            <a:xfrm flipH="1">
              <a:off x="7148076" y="4682712"/>
              <a:ext cx="77649" cy="752276"/>
            </a:xfrm>
            <a:prstGeom prst="rect">
              <a:avLst/>
            </a:prstGeom>
            <a:noFill/>
            <a:ln>
              <a:noFill/>
            </a:ln>
          </p:spPr>
        </p:pic>
        <p:pic>
          <p:nvPicPr>
            <p:cNvPr id="345" name="Google Shape;345;p20"/>
            <p:cNvPicPr preferRelativeResize="0"/>
            <p:nvPr/>
          </p:nvPicPr>
          <p:blipFill rotWithShape="1">
            <a:blip r:embed="rId5">
              <a:alphaModFix/>
            </a:blip>
            <a:srcRect b="0" l="45530" r="45530" t="0"/>
            <a:stretch/>
          </p:blipFill>
          <p:spPr>
            <a:xfrm flipH="1" rot="-3599999">
              <a:off x="6744767" y="3983888"/>
              <a:ext cx="77649" cy="752276"/>
            </a:xfrm>
            <a:prstGeom prst="rect">
              <a:avLst/>
            </a:prstGeom>
            <a:noFill/>
            <a:ln>
              <a:noFill/>
            </a:ln>
          </p:spPr>
        </p:pic>
        <p:pic>
          <p:nvPicPr>
            <p:cNvPr id="346" name="Google Shape;346;p20"/>
            <p:cNvPicPr preferRelativeResize="0"/>
            <p:nvPr/>
          </p:nvPicPr>
          <p:blipFill>
            <a:blip r:embed="rId6">
              <a:alphaModFix/>
            </a:blip>
            <a:stretch>
              <a:fillRect/>
            </a:stretch>
          </p:blipFill>
          <p:spPr>
            <a:xfrm>
              <a:off x="6829525" y="4289813"/>
              <a:ext cx="538674" cy="552474"/>
            </a:xfrm>
            <a:prstGeom prst="rect">
              <a:avLst/>
            </a:prstGeom>
            <a:noFill/>
            <a:ln>
              <a:noFill/>
            </a:ln>
          </p:spPr>
        </p:pic>
      </p:grpSp>
      <p:grpSp>
        <p:nvGrpSpPr>
          <p:cNvPr id="347" name="Google Shape;347;p20"/>
          <p:cNvGrpSpPr/>
          <p:nvPr/>
        </p:nvGrpSpPr>
        <p:grpSpPr>
          <a:xfrm>
            <a:off x="8405950" y="347697"/>
            <a:ext cx="1560500" cy="1849115"/>
            <a:chOff x="8405950" y="347697"/>
            <a:chExt cx="1560500" cy="1849115"/>
          </a:xfrm>
        </p:grpSpPr>
        <p:pic>
          <p:nvPicPr>
            <p:cNvPr id="348" name="Google Shape;348;p20"/>
            <p:cNvPicPr preferRelativeResize="0"/>
            <p:nvPr/>
          </p:nvPicPr>
          <p:blipFill>
            <a:blip r:embed="rId3">
              <a:alphaModFix/>
            </a:blip>
            <a:stretch>
              <a:fillRect/>
            </a:stretch>
          </p:blipFill>
          <p:spPr>
            <a:xfrm>
              <a:off x="8555975" y="648751"/>
              <a:ext cx="1315225" cy="1515947"/>
            </a:xfrm>
            <a:prstGeom prst="rect">
              <a:avLst/>
            </a:prstGeom>
            <a:noFill/>
            <a:ln>
              <a:noFill/>
            </a:ln>
          </p:spPr>
        </p:pic>
        <p:pic>
          <p:nvPicPr>
            <p:cNvPr id="349" name="Google Shape;349;p20"/>
            <p:cNvPicPr preferRelativeResize="0"/>
            <p:nvPr/>
          </p:nvPicPr>
          <p:blipFill>
            <a:blip r:embed="rId4">
              <a:alphaModFix/>
            </a:blip>
            <a:stretch>
              <a:fillRect/>
            </a:stretch>
          </p:blipFill>
          <p:spPr>
            <a:xfrm>
              <a:off x="8405950" y="347697"/>
              <a:ext cx="1560500" cy="1849115"/>
            </a:xfrm>
            <a:prstGeom prst="rect">
              <a:avLst/>
            </a:prstGeom>
            <a:noFill/>
            <a:ln>
              <a:noFill/>
            </a:ln>
          </p:spPr>
        </p:pic>
        <p:pic>
          <p:nvPicPr>
            <p:cNvPr id="350" name="Google Shape;350;p20"/>
            <p:cNvPicPr preferRelativeResize="0"/>
            <p:nvPr/>
          </p:nvPicPr>
          <p:blipFill rotWithShape="1">
            <a:blip r:embed="rId5">
              <a:alphaModFix/>
            </a:blip>
            <a:srcRect b="0" l="45530" r="45530" t="0"/>
            <a:stretch/>
          </p:blipFill>
          <p:spPr>
            <a:xfrm flipH="1">
              <a:off x="8554525" y="854752"/>
              <a:ext cx="77654" cy="834994"/>
            </a:xfrm>
            <a:prstGeom prst="rect">
              <a:avLst/>
            </a:prstGeom>
            <a:noFill/>
            <a:ln>
              <a:noFill/>
            </a:ln>
          </p:spPr>
        </p:pic>
      </p:grpSp>
      <p:grpSp>
        <p:nvGrpSpPr>
          <p:cNvPr id="351" name="Google Shape;351;p20"/>
          <p:cNvGrpSpPr/>
          <p:nvPr/>
        </p:nvGrpSpPr>
        <p:grpSpPr>
          <a:xfrm>
            <a:off x="-4854258" y="1214000"/>
            <a:ext cx="6204358" cy="5727549"/>
            <a:chOff x="-4854258" y="1214000"/>
            <a:chExt cx="6204358" cy="5727549"/>
          </a:xfrm>
        </p:grpSpPr>
        <p:grpSp>
          <p:nvGrpSpPr>
            <p:cNvPr id="352" name="Google Shape;352;p20"/>
            <p:cNvGrpSpPr/>
            <p:nvPr/>
          </p:nvGrpSpPr>
          <p:grpSpPr>
            <a:xfrm>
              <a:off x="-648937" y="3693993"/>
              <a:ext cx="1999037" cy="2118801"/>
              <a:chOff x="-648937" y="3693993"/>
              <a:chExt cx="1999037" cy="2118801"/>
            </a:xfrm>
          </p:grpSpPr>
          <p:pic>
            <p:nvPicPr>
              <p:cNvPr id="353" name="Google Shape;353;p20"/>
              <p:cNvPicPr preferRelativeResize="0"/>
              <p:nvPr/>
            </p:nvPicPr>
            <p:blipFill>
              <a:blip r:embed="rId3">
                <a:alphaModFix/>
              </a:blip>
              <a:stretch>
                <a:fillRect/>
              </a:stretch>
            </p:blipFill>
            <p:spPr>
              <a:xfrm>
                <a:off x="-340900" y="4014164"/>
                <a:ext cx="1560501" cy="1798629"/>
              </a:xfrm>
              <a:prstGeom prst="rect">
                <a:avLst/>
              </a:prstGeom>
              <a:noFill/>
              <a:ln>
                <a:noFill/>
              </a:ln>
            </p:spPr>
          </p:pic>
          <p:pic>
            <p:nvPicPr>
              <p:cNvPr id="354" name="Google Shape;354;p20"/>
              <p:cNvPicPr preferRelativeResize="0"/>
              <p:nvPr/>
            </p:nvPicPr>
            <p:blipFill>
              <a:blip r:embed="rId7">
                <a:alphaModFix/>
              </a:blip>
              <a:stretch>
                <a:fillRect/>
              </a:stretch>
            </p:blipFill>
            <p:spPr>
              <a:xfrm>
                <a:off x="-648937" y="3693993"/>
                <a:ext cx="1719374" cy="1981768"/>
              </a:xfrm>
              <a:prstGeom prst="rect">
                <a:avLst/>
              </a:prstGeom>
              <a:noFill/>
              <a:ln>
                <a:noFill/>
              </a:ln>
            </p:spPr>
          </p:pic>
          <p:pic>
            <p:nvPicPr>
              <p:cNvPr id="355" name="Google Shape;355;p20"/>
              <p:cNvPicPr preferRelativeResize="0"/>
              <p:nvPr/>
            </p:nvPicPr>
            <p:blipFill>
              <a:blip r:embed="rId8">
                <a:alphaModFix/>
              </a:blip>
              <a:stretch>
                <a:fillRect/>
              </a:stretch>
            </p:blipFill>
            <p:spPr>
              <a:xfrm>
                <a:off x="811426" y="3931388"/>
                <a:ext cx="538674" cy="552474"/>
              </a:xfrm>
              <a:prstGeom prst="rect">
                <a:avLst/>
              </a:prstGeom>
              <a:noFill/>
              <a:ln>
                <a:noFill/>
              </a:ln>
            </p:spPr>
          </p:pic>
          <p:pic>
            <p:nvPicPr>
              <p:cNvPr id="356" name="Google Shape;356;p20"/>
              <p:cNvPicPr preferRelativeResize="0"/>
              <p:nvPr/>
            </p:nvPicPr>
            <p:blipFill rotWithShape="1">
              <a:blip r:embed="rId5">
                <a:alphaModFix/>
              </a:blip>
              <a:srcRect b="0" l="45530" r="45530" t="0"/>
              <a:stretch/>
            </p:blipFill>
            <p:spPr>
              <a:xfrm flipH="1">
                <a:off x="1219611" y="4267377"/>
                <a:ext cx="77654" cy="834994"/>
              </a:xfrm>
              <a:prstGeom prst="rect">
                <a:avLst/>
              </a:prstGeom>
              <a:noFill/>
              <a:ln>
                <a:noFill/>
              </a:ln>
            </p:spPr>
          </p:pic>
        </p:grpSp>
        <p:grpSp>
          <p:nvGrpSpPr>
            <p:cNvPr id="357" name="Google Shape;357;p20"/>
            <p:cNvGrpSpPr/>
            <p:nvPr/>
          </p:nvGrpSpPr>
          <p:grpSpPr>
            <a:xfrm>
              <a:off x="-4854258" y="1214000"/>
              <a:ext cx="5567477" cy="5727549"/>
              <a:chOff x="-4854258" y="1214000"/>
              <a:chExt cx="5567477" cy="5727549"/>
            </a:xfrm>
          </p:grpSpPr>
          <p:pic>
            <p:nvPicPr>
              <p:cNvPr id="358" name="Google Shape;358;p20"/>
              <p:cNvPicPr preferRelativeResize="0"/>
              <p:nvPr/>
            </p:nvPicPr>
            <p:blipFill rotWithShape="1">
              <a:blip r:embed="rId9">
                <a:alphaModFix/>
              </a:blip>
              <a:srcRect b="0" l="49481" r="49482" t="0"/>
              <a:stretch/>
            </p:blipFill>
            <p:spPr>
              <a:xfrm>
                <a:off x="252450" y="1214000"/>
                <a:ext cx="77649" cy="5727549"/>
              </a:xfrm>
              <a:prstGeom prst="rect">
                <a:avLst/>
              </a:prstGeom>
              <a:noFill/>
              <a:ln>
                <a:noFill/>
              </a:ln>
            </p:spPr>
          </p:pic>
          <p:pic>
            <p:nvPicPr>
              <p:cNvPr id="359" name="Google Shape;359;p20"/>
              <p:cNvPicPr preferRelativeResize="0"/>
              <p:nvPr/>
            </p:nvPicPr>
            <p:blipFill rotWithShape="1">
              <a:blip r:embed="rId9">
                <a:alphaModFix/>
              </a:blip>
              <a:srcRect b="0" l="49481" r="49482" t="0"/>
              <a:stretch/>
            </p:blipFill>
            <p:spPr>
              <a:xfrm rot="-5400000">
                <a:off x="-2109344" y="2028313"/>
                <a:ext cx="77649" cy="5567477"/>
              </a:xfrm>
              <a:prstGeom prst="rect">
                <a:avLst/>
              </a:prstGeom>
              <a:noFill/>
              <a:ln>
                <a:noFill/>
              </a:ln>
            </p:spPr>
          </p:pic>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360" name="Shape 360"/>
        <p:cNvGrpSpPr/>
        <p:nvPr/>
      </p:nvGrpSpPr>
      <p:grpSpPr>
        <a:xfrm>
          <a:off x="0" y="0"/>
          <a:ext cx="0" cy="0"/>
          <a:chOff x="0" y="0"/>
          <a:chExt cx="0" cy="0"/>
        </a:xfrm>
      </p:grpSpPr>
      <p:pic>
        <p:nvPicPr>
          <p:cNvPr id="361" name="Google Shape;361;p21"/>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62" name="Google Shape;362;p21"/>
          <p:cNvSpPr txBox="1"/>
          <p:nvPr>
            <p:ph type="title"/>
          </p:nvPr>
        </p:nvSpPr>
        <p:spPr>
          <a:xfrm>
            <a:off x="5305050" y="723488"/>
            <a:ext cx="3125700" cy="12696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3" name="Google Shape;363;p21"/>
          <p:cNvSpPr txBox="1"/>
          <p:nvPr>
            <p:ph idx="1" type="body"/>
          </p:nvPr>
        </p:nvSpPr>
        <p:spPr>
          <a:xfrm>
            <a:off x="5305050" y="2079913"/>
            <a:ext cx="3125700" cy="2262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64" name="Shape 364"/>
        <p:cNvGrpSpPr/>
        <p:nvPr/>
      </p:nvGrpSpPr>
      <p:grpSpPr>
        <a:xfrm>
          <a:off x="0" y="0"/>
          <a:ext cx="0" cy="0"/>
          <a:chOff x="0" y="0"/>
          <a:chExt cx="0" cy="0"/>
        </a:xfrm>
      </p:grpSpPr>
      <p:pic>
        <p:nvPicPr>
          <p:cNvPr id="365" name="Google Shape;365;p22"/>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66" name="Google Shape;366;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67" name="Google Shape;367;p22"/>
          <p:cNvGrpSpPr/>
          <p:nvPr/>
        </p:nvGrpSpPr>
        <p:grpSpPr>
          <a:xfrm>
            <a:off x="8665988" y="2514885"/>
            <a:ext cx="1571162" cy="1954726"/>
            <a:chOff x="8665988" y="2514885"/>
            <a:chExt cx="1571162" cy="1954726"/>
          </a:xfrm>
        </p:grpSpPr>
        <p:pic>
          <p:nvPicPr>
            <p:cNvPr id="368" name="Google Shape;368;p22"/>
            <p:cNvPicPr preferRelativeResize="0"/>
            <p:nvPr/>
          </p:nvPicPr>
          <p:blipFill>
            <a:blip r:embed="rId3">
              <a:alphaModFix/>
            </a:blip>
            <a:stretch>
              <a:fillRect/>
            </a:stretch>
          </p:blipFill>
          <p:spPr>
            <a:xfrm>
              <a:off x="8826675" y="2815939"/>
              <a:ext cx="1315225" cy="1515947"/>
            </a:xfrm>
            <a:prstGeom prst="rect">
              <a:avLst/>
            </a:prstGeom>
            <a:noFill/>
            <a:ln>
              <a:noFill/>
            </a:ln>
          </p:spPr>
        </p:pic>
        <p:pic>
          <p:nvPicPr>
            <p:cNvPr id="369" name="Google Shape;369;p22"/>
            <p:cNvPicPr preferRelativeResize="0"/>
            <p:nvPr/>
          </p:nvPicPr>
          <p:blipFill>
            <a:blip r:embed="rId4">
              <a:alphaModFix/>
            </a:blip>
            <a:stretch>
              <a:fillRect/>
            </a:stretch>
          </p:blipFill>
          <p:spPr>
            <a:xfrm>
              <a:off x="8676650" y="2514885"/>
              <a:ext cx="1560500" cy="1849115"/>
            </a:xfrm>
            <a:prstGeom prst="rect">
              <a:avLst/>
            </a:prstGeom>
            <a:noFill/>
            <a:ln>
              <a:noFill/>
            </a:ln>
          </p:spPr>
        </p:pic>
        <p:pic>
          <p:nvPicPr>
            <p:cNvPr id="370" name="Google Shape;370;p22"/>
            <p:cNvPicPr preferRelativeResize="0"/>
            <p:nvPr/>
          </p:nvPicPr>
          <p:blipFill rotWithShape="1">
            <a:blip r:embed="rId5">
              <a:alphaModFix/>
            </a:blip>
            <a:srcRect b="0" l="45530" r="45530" t="0"/>
            <a:stretch/>
          </p:blipFill>
          <p:spPr>
            <a:xfrm flipH="1">
              <a:off x="8825225" y="3021940"/>
              <a:ext cx="77654" cy="834994"/>
            </a:xfrm>
            <a:prstGeom prst="rect">
              <a:avLst/>
            </a:prstGeom>
            <a:noFill/>
            <a:ln>
              <a:noFill/>
            </a:ln>
          </p:spPr>
        </p:pic>
        <p:pic>
          <p:nvPicPr>
            <p:cNvPr id="371" name="Google Shape;371;p22"/>
            <p:cNvPicPr preferRelativeResize="0"/>
            <p:nvPr/>
          </p:nvPicPr>
          <p:blipFill rotWithShape="1">
            <a:blip r:embed="rId5">
              <a:alphaModFix/>
            </a:blip>
            <a:srcRect b="0" l="45530" r="45530" t="0"/>
            <a:stretch/>
          </p:blipFill>
          <p:spPr>
            <a:xfrm flipH="1" rot="-3600013">
              <a:off x="9008137" y="3809740"/>
              <a:ext cx="77654" cy="834994"/>
            </a:xfrm>
            <a:prstGeom prst="rect">
              <a:avLst/>
            </a:prstGeom>
            <a:noFill/>
            <a:ln>
              <a:noFill/>
            </a:ln>
          </p:spPr>
        </p:pic>
      </p:grpSp>
      <p:grpSp>
        <p:nvGrpSpPr>
          <p:cNvPr id="372" name="Google Shape;372;p22"/>
          <p:cNvGrpSpPr/>
          <p:nvPr/>
        </p:nvGrpSpPr>
        <p:grpSpPr>
          <a:xfrm>
            <a:off x="-3712870" y="3716981"/>
            <a:ext cx="5567477" cy="2210363"/>
            <a:chOff x="-3712870" y="3716981"/>
            <a:chExt cx="5567477" cy="2210363"/>
          </a:xfrm>
        </p:grpSpPr>
        <p:pic>
          <p:nvPicPr>
            <p:cNvPr id="373" name="Google Shape;373;p22"/>
            <p:cNvPicPr preferRelativeResize="0"/>
            <p:nvPr/>
          </p:nvPicPr>
          <p:blipFill>
            <a:blip r:embed="rId3">
              <a:alphaModFix/>
            </a:blip>
            <a:stretch>
              <a:fillRect/>
            </a:stretch>
          </p:blipFill>
          <p:spPr>
            <a:xfrm>
              <a:off x="-1152175" y="3945576"/>
              <a:ext cx="1719374" cy="1981768"/>
            </a:xfrm>
            <a:prstGeom prst="rect">
              <a:avLst/>
            </a:prstGeom>
            <a:noFill/>
            <a:ln>
              <a:noFill/>
            </a:ln>
          </p:spPr>
        </p:pic>
        <p:pic>
          <p:nvPicPr>
            <p:cNvPr id="374" name="Google Shape;374;p22"/>
            <p:cNvPicPr preferRelativeResize="0"/>
            <p:nvPr/>
          </p:nvPicPr>
          <p:blipFill>
            <a:blip r:embed="rId6">
              <a:alphaModFix/>
            </a:blip>
            <a:stretch>
              <a:fillRect/>
            </a:stretch>
          </p:blipFill>
          <p:spPr>
            <a:xfrm>
              <a:off x="-1302412" y="3716981"/>
              <a:ext cx="1719374" cy="1981768"/>
            </a:xfrm>
            <a:prstGeom prst="rect">
              <a:avLst/>
            </a:prstGeom>
            <a:noFill/>
            <a:ln>
              <a:noFill/>
            </a:ln>
          </p:spPr>
        </p:pic>
        <p:pic>
          <p:nvPicPr>
            <p:cNvPr id="375" name="Google Shape;375;p22"/>
            <p:cNvPicPr preferRelativeResize="0"/>
            <p:nvPr/>
          </p:nvPicPr>
          <p:blipFill>
            <a:blip r:embed="rId7">
              <a:alphaModFix/>
            </a:blip>
            <a:stretch>
              <a:fillRect/>
            </a:stretch>
          </p:blipFill>
          <p:spPr>
            <a:xfrm>
              <a:off x="0" y="3951000"/>
              <a:ext cx="538674" cy="552474"/>
            </a:xfrm>
            <a:prstGeom prst="rect">
              <a:avLst/>
            </a:prstGeom>
            <a:noFill/>
            <a:ln>
              <a:noFill/>
            </a:ln>
          </p:spPr>
        </p:pic>
        <p:pic>
          <p:nvPicPr>
            <p:cNvPr id="376" name="Google Shape;376;p22"/>
            <p:cNvPicPr preferRelativeResize="0"/>
            <p:nvPr/>
          </p:nvPicPr>
          <p:blipFill rotWithShape="1">
            <a:blip r:embed="rId5">
              <a:alphaModFix/>
            </a:blip>
            <a:srcRect b="0" l="45530" r="45530" t="0"/>
            <a:stretch/>
          </p:blipFill>
          <p:spPr>
            <a:xfrm flipH="1">
              <a:off x="502212" y="4257050"/>
              <a:ext cx="77654" cy="890700"/>
            </a:xfrm>
            <a:prstGeom prst="rect">
              <a:avLst/>
            </a:prstGeom>
            <a:noFill/>
            <a:ln>
              <a:noFill/>
            </a:ln>
          </p:spPr>
        </p:pic>
        <p:pic>
          <p:nvPicPr>
            <p:cNvPr id="377" name="Google Shape;377;p22"/>
            <p:cNvPicPr preferRelativeResize="0"/>
            <p:nvPr/>
          </p:nvPicPr>
          <p:blipFill rotWithShape="1">
            <a:blip r:embed="rId8">
              <a:alphaModFix/>
            </a:blip>
            <a:srcRect b="0" l="49481" r="49482" t="0"/>
            <a:stretch/>
          </p:blipFill>
          <p:spPr>
            <a:xfrm rot="-5400000">
              <a:off x="-967956" y="2058413"/>
              <a:ext cx="77649" cy="5567477"/>
            </a:xfrm>
            <a:prstGeom prst="rect">
              <a:avLst/>
            </a:prstGeom>
            <a:noFill/>
            <a:ln>
              <a:noFill/>
            </a:ln>
          </p:spPr>
        </p:pic>
      </p:grpSp>
      <p:grpSp>
        <p:nvGrpSpPr>
          <p:cNvPr id="378" name="Google Shape;378;p22"/>
          <p:cNvGrpSpPr/>
          <p:nvPr/>
        </p:nvGrpSpPr>
        <p:grpSpPr>
          <a:xfrm>
            <a:off x="6673167" y="-65307"/>
            <a:ext cx="6993902" cy="2118819"/>
            <a:chOff x="6673167" y="-65307"/>
            <a:chExt cx="6993902" cy="2118819"/>
          </a:xfrm>
        </p:grpSpPr>
        <p:pic>
          <p:nvPicPr>
            <p:cNvPr id="379" name="Google Shape;379;p22"/>
            <p:cNvPicPr preferRelativeResize="0"/>
            <p:nvPr/>
          </p:nvPicPr>
          <p:blipFill>
            <a:blip r:embed="rId3">
              <a:alphaModFix/>
            </a:blip>
            <a:stretch>
              <a:fillRect/>
            </a:stretch>
          </p:blipFill>
          <p:spPr>
            <a:xfrm>
              <a:off x="8736525" y="254837"/>
              <a:ext cx="1560510" cy="1798675"/>
            </a:xfrm>
            <a:prstGeom prst="rect">
              <a:avLst/>
            </a:prstGeom>
            <a:noFill/>
            <a:ln>
              <a:noFill/>
            </a:ln>
          </p:spPr>
        </p:pic>
        <p:pic>
          <p:nvPicPr>
            <p:cNvPr id="380" name="Google Shape;380;p22"/>
            <p:cNvPicPr preferRelativeResize="0"/>
            <p:nvPr/>
          </p:nvPicPr>
          <p:blipFill>
            <a:blip r:embed="rId6">
              <a:alphaModFix/>
            </a:blip>
            <a:stretch>
              <a:fillRect/>
            </a:stretch>
          </p:blipFill>
          <p:spPr>
            <a:xfrm>
              <a:off x="8428488" y="-65307"/>
              <a:ext cx="1719374" cy="1981768"/>
            </a:xfrm>
            <a:prstGeom prst="rect">
              <a:avLst/>
            </a:prstGeom>
            <a:noFill/>
            <a:ln>
              <a:noFill/>
            </a:ln>
          </p:spPr>
        </p:pic>
        <p:pic>
          <p:nvPicPr>
            <p:cNvPr id="381" name="Google Shape;381;p22"/>
            <p:cNvPicPr preferRelativeResize="0"/>
            <p:nvPr/>
          </p:nvPicPr>
          <p:blipFill>
            <a:blip r:embed="rId9">
              <a:alphaModFix/>
            </a:blip>
            <a:stretch>
              <a:fillRect/>
            </a:stretch>
          </p:blipFill>
          <p:spPr>
            <a:xfrm>
              <a:off x="8560982" y="1437018"/>
              <a:ext cx="538674" cy="552476"/>
            </a:xfrm>
            <a:prstGeom prst="rect">
              <a:avLst/>
            </a:prstGeom>
            <a:noFill/>
            <a:ln>
              <a:noFill/>
            </a:ln>
          </p:spPr>
        </p:pic>
        <p:pic>
          <p:nvPicPr>
            <p:cNvPr id="382" name="Google Shape;382;p22"/>
            <p:cNvPicPr preferRelativeResize="0"/>
            <p:nvPr/>
          </p:nvPicPr>
          <p:blipFill rotWithShape="1">
            <a:blip r:embed="rId8">
              <a:alphaModFix/>
            </a:blip>
            <a:srcRect b="0" l="49481" r="49482" t="0"/>
            <a:stretch/>
          </p:blipFill>
          <p:spPr>
            <a:xfrm rot="-5400000">
              <a:off x="10844506" y="-1085700"/>
              <a:ext cx="77649" cy="5567477"/>
            </a:xfrm>
            <a:prstGeom prst="rect">
              <a:avLst/>
            </a:prstGeom>
            <a:noFill/>
            <a:ln>
              <a:noFill/>
            </a:ln>
          </p:spPr>
        </p:pic>
        <p:pic>
          <p:nvPicPr>
            <p:cNvPr id="383" name="Google Shape;383;p22"/>
            <p:cNvPicPr preferRelativeResize="0"/>
            <p:nvPr/>
          </p:nvPicPr>
          <p:blipFill rotWithShape="1">
            <a:blip r:embed="rId8">
              <a:alphaModFix/>
            </a:blip>
            <a:srcRect b="0" l="49481" r="49482" t="0"/>
            <a:stretch/>
          </p:blipFill>
          <p:spPr>
            <a:xfrm rot="-5400000">
              <a:off x="9418081" y="-2418000"/>
              <a:ext cx="77649" cy="5567477"/>
            </a:xfrm>
            <a:prstGeom prst="rect">
              <a:avLst/>
            </a:prstGeom>
            <a:noFill/>
            <a:ln>
              <a:noFill/>
            </a:ln>
          </p:spPr>
        </p:pic>
      </p:grpSp>
      <p:pic>
        <p:nvPicPr>
          <p:cNvPr id="384" name="Google Shape;384;p22"/>
          <p:cNvPicPr preferRelativeResize="0"/>
          <p:nvPr/>
        </p:nvPicPr>
        <p:blipFill rotWithShape="1">
          <a:blip r:embed="rId8">
            <a:alphaModFix/>
          </a:blip>
          <a:srcRect b="0" l="49481" r="49482" t="0"/>
          <a:stretch/>
        </p:blipFill>
        <p:spPr>
          <a:xfrm>
            <a:off x="502213" y="-4587575"/>
            <a:ext cx="77649" cy="572754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385" name="Shape 385"/>
        <p:cNvGrpSpPr/>
        <p:nvPr/>
      </p:nvGrpSpPr>
      <p:grpSpPr>
        <a:xfrm>
          <a:off x="0" y="0"/>
          <a:ext cx="0" cy="0"/>
          <a:chOff x="0" y="0"/>
          <a:chExt cx="0" cy="0"/>
        </a:xfrm>
      </p:grpSpPr>
      <p:pic>
        <p:nvPicPr>
          <p:cNvPr id="386" name="Google Shape;386;p23"/>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387" name="Google Shape;38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88" name="Google Shape;388;p23"/>
          <p:cNvGrpSpPr/>
          <p:nvPr/>
        </p:nvGrpSpPr>
        <p:grpSpPr>
          <a:xfrm>
            <a:off x="-598588" y="-2993612"/>
            <a:ext cx="2581911" cy="9363706"/>
            <a:chOff x="-598588" y="-2993612"/>
            <a:chExt cx="2581911" cy="9363706"/>
          </a:xfrm>
        </p:grpSpPr>
        <p:grpSp>
          <p:nvGrpSpPr>
            <p:cNvPr id="389" name="Google Shape;389;p23"/>
            <p:cNvGrpSpPr/>
            <p:nvPr/>
          </p:nvGrpSpPr>
          <p:grpSpPr>
            <a:xfrm>
              <a:off x="-598588" y="2883971"/>
              <a:ext cx="1315225" cy="1558485"/>
              <a:chOff x="-598588" y="2883971"/>
              <a:chExt cx="1315225" cy="1558485"/>
            </a:xfrm>
          </p:grpSpPr>
          <p:pic>
            <p:nvPicPr>
              <p:cNvPr id="390" name="Google Shape;390;p23"/>
              <p:cNvPicPr preferRelativeResize="0"/>
              <p:nvPr/>
            </p:nvPicPr>
            <p:blipFill>
              <a:blip r:embed="rId3">
                <a:alphaModFix/>
              </a:blip>
              <a:stretch>
                <a:fillRect/>
              </a:stretch>
            </p:blipFill>
            <p:spPr>
              <a:xfrm>
                <a:off x="-472143" y="3137708"/>
                <a:ext cx="1108501" cy="1277681"/>
              </a:xfrm>
              <a:prstGeom prst="rect">
                <a:avLst/>
              </a:prstGeom>
              <a:noFill/>
              <a:ln>
                <a:noFill/>
              </a:ln>
            </p:spPr>
          </p:pic>
          <p:pic>
            <p:nvPicPr>
              <p:cNvPr id="391" name="Google Shape;391;p23"/>
              <p:cNvPicPr preferRelativeResize="0"/>
              <p:nvPr/>
            </p:nvPicPr>
            <p:blipFill>
              <a:blip r:embed="rId4">
                <a:alphaModFix/>
              </a:blip>
              <a:stretch>
                <a:fillRect/>
              </a:stretch>
            </p:blipFill>
            <p:spPr>
              <a:xfrm>
                <a:off x="-598588" y="2883971"/>
                <a:ext cx="1315225" cy="1558485"/>
              </a:xfrm>
              <a:prstGeom prst="rect">
                <a:avLst/>
              </a:prstGeom>
              <a:noFill/>
              <a:ln>
                <a:noFill/>
              </a:ln>
            </p:spPr>
          </p:pic>
        </p:grpSp>
        <p:grpSp>
          <p:nvGrpSpPr>
            <p:cNvPr id="392" name="Google Shape;392;p23"/>
            <p:cNvGrpSpPr/>
            <p:nvPr/>
          </p:nvGrpSpPr>
          <p:grpSpPr>
            <a:xfrm>
              <a:off x="113713" y="4159731"/>
              <a:ext cx="1869611" cy="2210363"/>
              <a:chOff x="113713" y="4159731"/>
              <a:chExt cx="1869611" cy="2210363"/>
            </a:xfrm>
          </p:grpSpPr>
          <p:pic>
            <p:nvPicPr>
              <p:cNvPr id="393" name="Google Shape;393;p23"/>
              <p:cNvPicPr preferRelativeResize="0"/>
              <p:nvPr/>
            </p:nvPicPr>
            <p:blipFill>
              <a:blip r:embed="rId3">
                <a:alphaModFix/>
              </a:blip>
              <a:stretch>
                <a:fillRect/>
              </a:stretch>
            </p:blipFill>
            <p:spPr>
              <a:xfrm>
                <a:off x="263950" y="4388326"/>
                <a:ext cx="1719374" cy="1981768"/>
              </a:xfrm>
              <a:prstGeom prst="rect">
                <a:avLst/>
              </a:prstGeom>
              <a:noFill/>
              <a:ln>
                <a:noFill/>
              </a:ln>
            </p:spPr>
          </p:pic>
          <p:pic>
            <p:nvPicPr>
              <p:cNvPr id="394" name="Google Shape;394;p23"/>
              <p:cNvPicPr preferRelativeResize="0"/>
              <p:nvPr/>
            </p:nvPicPr>
            <p:blipFill>
              <a:blip r:embed="rId5">
                <a:alphaModFix/>
              </a:blip>
              <a:stretch>
                <a:fillRect/>
              </a:stretch>
            </p:blipFill>
            <p:spPr>
              <a:xfrm>
                <a:off x="113713" y="4159731"/>
                <a:ext cx="1719374" cy="1981768"/>
              </a:xfrm>
              <a:prstGeom prst="rect">
                <a:avLst/>
              </a:prstGeom>
              <a:noFill/>
              <a:ln>
                <a:noFill/>
              </a:ln>
            </p:spPr>
          </p:pic>
          <p:pic>
            <p:nvPicPr>
              <p:cNvPr id="395" name="Google Shape;395;p23"/>
              <p:cNvPicPr preferRelativeResize="0"/>
              <p:nvPr/>
            </p:nvPicPr>
            <p:blipFill rotWithShape="1">
              <a:blip r:embed="rId6">
                <a:alphaModFix/>
              </a:blip>
              <a:srcRect b="0" l="45530" r="45530" t="0"/>
              <a:stretch/>
            </p:blipFill>
            <p:spPr>
              <a:xfrm flipH="1">
                <a:off x="262499" y="4699800"/>
                <a:ext cx="77654" cy="890700"/>
              </a:xfrm>
              <a:prstGeom prst="rect">
                <a:avLst/>
              </a:prstGeom>
              <a:noFill/>
              <a:ln>
                <a:noFill/>
              </a:ln>
            </p:spPr>
          </p:pic>
          <p:pic>
            <p:nvPicPr>
              <p:cNvPr id="396" name="Google Shape;396;p23"/>
              <p:cNvPicPr preferRelativeResize="0"/>
              <p:nvPr/>
            </p:nvPicPr>
            <p:blipFill rotWithShape="1">
              <a:blip r:embed="rId6">
                <a:alphaModFix/>
              </a:blip>
              <a:srcRect b="0" l="45530" r="45530" t="0"/>
              <a:stretch/>
            </p:blipFill>
            <p:spPr>
              <a:xfrm flipH="1" rot="-7199987">
                <a:off x="604648" y="4133378"/>
                <a:ext cx="77654" cy="834993"/>
              </a:xfrm>
              <a:prstGeom prst="rect">
                <a:avLst/>
              </a:prstGeom>
              <a:noFill/>
              <a:ln>
                <a:noFill/>
              </a:ln>
            </p:spPr>
          </p:pic>
        </p:grpSp>
        <p:grpSp>
          <p:nvGrpSpPr>
            <p:cNvPr id="397" name="Google Shape;397;p23"/>
            <p:cNvGrpSpPr/>
            <p:nvPr/>
          </p:nvGrpSpPr>
          <p:grpSpPr>
            <a:xfrm>
              <a:off x="70775" y="-2993612"/>
              <a:ext cx="538674" cy="5727549"/>
              <a:chOff x="70775" y="-2993612"/>
              <a:chExt cx="538674" cy="5727549"/>
            </a:xfrm>
          </p:grpSpPr>
          <p:pic>
            <p:nvPicPr>
              <p:cNvPr id="398" name="Google Shape;398;p23"/>
              <p:cNvPicPr preferRelativeResize="0"/>
              <p:nvPr/>
            </p:nvPicPr>
            <p:blipFill>
              <a:blip r:embed="rId7">
                <a:alphaModFix/>
              </a:blip>
              <a:stretch>
                <a:fillRect/>
              </a:stretch>
            </p:blipFill>
            <p:spPr>
              <a:xfrm>
                <a:off x="70775" y="1975300"/>
                <a:ext cx="538674" cy="552474"/>
              </a:xfrm>
              <a:prstGeom prst="rect">
                <a:avLst/>
              </a:prstGeom>
              <a:noFill/>
              <a:ln>
                <a:noFill/>
              </a:ln>
            </p:spPr>
          </p:pic>
          <p:pic>
            <p:nvPicPr>
              <p:cNvPr id="399" name="Google Shape;399;p23"/>
              <p:cNvPicPr preferRelativeResize="0"/>
              <p:nvPr/>
            </p:nvPicPr>
            <p:blipFill rotWithShape="1">
              <a:blip r:embed="rId8">
                <a:alphaModFix/>
              </a:blip>
              <a:srcRect b="0" l="49481" r="49482" t="0"/>
              <a:stretch/>
            </p:blipFill>
            <p:spPr>
              <a:xfrm>
                <a:off x="296850" y="-2993612"/>
                <a:ext cx="77649" cy="5727549"/>
              </a:xfrm>
              <a:prstGeom prst="rect">
                <a:avLst/>
              </a:prstGeom>
              <a:noFill/>
              <a:ln>
                <a:noFill/>
              </a:ln>
            </p:spPr>
          </p:pic>
        </p:grpSp>
      </p:grpSp>
      <p:grpSp>
        <p:nvGrpSpPr>
          <p:cNvPr id="400" name="Google Shape;400;p23"/>
          <p:cNvGrpSpPr/>
          <p:nvPr/>
        </p:nvGrpSpPr>
        <p:grpSpPr>
          <a:xfrm>
            <a:off x="4419742" y="-1054390"/>
            <a:ext cx="5567477" cy="1849115"/>
            <a:chOff x="4419742" y="-1054390"/>
            <a:chExt cx="5567477" cy="1849115"/>
          </a:xfrm>
        </p:grpSpPr>
        <p:pic>
          <p:nvPicPr>
            <p:cNvPr id="401" name="Google Shape;401;p23"/>
            <p:cNvPicPr preferRelativeResize="0"/>
            <p:nvPr/>
          </p:nvPicPr>
          <p:blipFill>
            <a:blip r:embed="rId3">
              <a:alphaModFix/>
            </a:blip>
            <a:stretch>
              <a:fillRect/>
            </a:stretch>
          </p:blipFill>
          <p:spPr>
            <a:xfrm>
              <a:off x="7879325" y="-753336"/>
              <a:ext cx="1315225" cy="1515947"/>
            </a:xfrm>
            <a:prstGeom prst="rect">
              <a:avLst/>
            </a:prstGeom>
            <a:noFill/>
            <a:ln>
              <a:noFill/>
            </a:ln>
          </p:spPr>
        </p:pic>
        <p:pic>
          <p:nvPicPr>
            <p:cNvPr id="402" name="Google Shape;402;p23"/>
            <p:cNvPicPr preferRelativeResize="0"/>
            <p:nvPr/>
          </p:nvPicPr>
          <p:blipFill>
            <a:blip r:embed="rId4">
              <a:alphaModFix/>
            </a:blip>
            <a:stretch>
              <a:fillRect/>
            </a:stretch>
          </p:blipFill>
          <p:spPr>
            <a:xfrm>
              <a:off x="7729300" y="-1054390"/>
              <a:ext cx="1560500" cy="1849115"/>
            </a:xfrm>
            <a:prstGeom prst="rect">
              <a:avLst/>
            </a:prstGeom>
            <a:noFill/>
            <a:ln>
              <a:noFill/>
            </a:ln>
          </p:spPr>
        </p:pic>
        <p:pic>
          <p:nvPicPr>
            <p:cNvPr id="403" name="Google Shape;403;p23"/>
            <p:cNvPicPr preferRelativeResize="0"/>
            <p:nvPr/>
          </p:nvPicPr>
          <p:blipFill rotWithShape="1">
            <a:blip r:embed="rId8">
              <a:alphaModFix/>
            </a:blip>
            <a:srcRect b="0" l="49481" r="49482" t="0"/>
            <a:stretch/>
          </p:blipFill>
          <p:spPr>
            <a:xfrm rot="-5400000">
              <a:off x="7164656" y="-2599650"/>
              <a:ext cx="77649" cy="5567477"/>
            </a:xfrm>
            <a:prstGeom prst="rect">
              <a:avLst/>
            </a:prstGeom>
            <a:noFill/>
            <a:ln>
              <a:noFill/>
            </a:ln>
          </p:spPr>
        </p:pic>
      </p:grpSp>
      <p:pic>
        <p:nvPicPr>
          <p:cNvPr id="404" name="Google Shape;404;p23"/>
          <p:cNvPicPr preferRelativeResize="0"/>
          <p:nvPr/>
        </p:nvPicPr>
        <p:blipFill>
          <a:blip r:embed="rId9">
            <a:alphaModFix/>
          </a:blip>
          <a:stretch>
            <a:fillRect/>
          </a:stretch>
        </p:blipFill>
        <p:spPr>
          <a:xfrm>
            <a:off x="8548176" y="4501775"/>
            <a:ext cx="538674" cy="55247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405" name="Shape 405"/>
        <p:cNvGrpSpPr/>
        <p:nvPr/>
      </p:nvGrpSpPr>
      <p:grpSpPr>
        <a:xfrm>
          <a:off x="0" y="0"/>
          <a:ext cx="0" cy="0"/>
          <a:chOff x="0" y="0"/>
          <a:chExt cx="0" cy="0"/>
        </a:xfrm>
      </p:grpSpPr>
      <p:pic>
        <p:nvPicPr>
          <p:cNvPr id="406" name="Google Shape;406;p24"/>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407" name="Google Shape;407;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408" name="Google Shape;408;p24"/>
          <p:cNvPicPr preferRelativeResize="0"/>
          <p:nvPr/>
        </p:nvPicPr>
        <p:blipFill rotWithShape="1">
          <a:blip r:embed="rId3">
            <a:alphaModFix/>
          </a:blip>
          <a:srcRect b="0" l="49481" r="49482" t="0"/>
          <a:stretch/>
        </p:blipFill>
        <p:spPr>
          <a:xfrm>
            <a:off x="365852" y="-3804650"/>
            <a:ext cx="77649" cy="5567477"/>
          </a:xfrm>
          <a:prstGeom prst="rect">
            <a:avLst/>
          </a:prstGeom>
          <a:noFill/>
          <a:ln>
            <a:noFill/>
          </a:ln>
        </p:spPr>
      </p:pic>
      <p:grpSp>
        <p:nvGrpSpPr>
          <p:cNvPr id="409" name="Google Shape;409;p24"/>
          <p:cNvGrpSpPr/>
          <p:nvPr/>
        </p:nvGrpSpPr>
        <p:grpSpPr>
          <a:xfrm>
            <a:off x="8430776" y="1682668"/>
            <a:ext cx="2038215" cy="2210363"/>
            <a:chOff x="8430776" y="1682668"/>
            <a:chExt cx="2038215" cy="2210363"/>
          </a:xfrm>
        </p:grpSpPr>
        <p:pic>
          <p:nvPicPr>
            <p:cNvPr id="410" name="Google Shape;410;p24"/>
            <p:cNvPicPr preferRelativeResize="0"/>
            <p:nvPr/>
          </p:nvPicPr>
          <p:blipFill>
            <a:blip r:embed="rId4">
              <a:alphaModFix/>
            </a:blip>
            <a:stretch>
              <a:fillRect/>
            </a:stretch>
          </p:blipFill>
          <p:spPr>
            <a:xfrm>
              <a:off x="8736950" y="1911264"/>
              <a:ext cx="1719374" cy="1981768"/>
            </a:xfrm>
            <a:prstGeom prst="rect">
              <a:avLst/>
            </a:prstGeom>
            <a:noFill/>
            <a:ln>
              <a:noFill/>
            </a:ln>
          </p:spPr>
        </p:pic>
        <p:pic>
          <p:nvPicPr>
            <p:cNvPr id="411" name="Google Shape;411;p24"/>
            <p:cNvPicPr preferRelativeResize="0"/>
            <p:nvPr/>
          </p:nvPicPr>
          <p:blipFill>
            <a:blip r:embed="rId5">
              <a:alphaModFix/>
            </a:blip>
            <a:stretch>
              <a:fillRect/>
            </a:stretch>
          </p:blipFill>
          <p:spPr>
            <a:xfrm>
              <a:off x="8586713" y="1682668"/>
              <a:ext cx="1719374" cy="1981768"/>
            </a:xfrm>
            <a:prstGeom prst="rect">
              <a:avLst/>
            </a:prstGeom>
            <a:noFill/>
            <a:ln>
              <a:noFill/>
            </a:ln>
          </p:spPr>
        </p:pic>
        <p:pic>
          <p:nvPicPr>
            <p:cNvPr id="412" name="Google Shape;412;p24"/>
            <p:cNvPicPr preferRelativeResize="0"/>
            <p:nvPr/>
          </p:nvPicPr>
          <p:blipFill>
            <a:blip r:embed="rId6">
              <a:alphaModFix/>
            </a:blip>
            <a:stretch>
              <a:fillRect/>
            </a:stretch>
          </p:blipFill>
          <p:spPr>
            <a:xfrm>
              <a:off x="8430776" y="1946500"/>
              <a:ext cx="538674" cy="552474"/>
            </a:xfrm>
            <a:prstGeom prst="rect">
              <a:avLst/>
            </a:prstGeom>
            <a:noFill/>
            <a:ln>
              <a:noFill/>
            </a:ln>
          </p:spPr>
        </p:pic>
        <p:pic>
          <p:nvPicPr>
            <p:cNvPr id="413" name="Google Shape;413;p24"/>
            <p:cNvPicPr preferRelativeResize="0"/>
            <p:nvPr/>
          </p:nvPicPr>
          <p:blipFill rotWithShape="1">
            <a:blip r:embed="rId7">
              <a:alphaModFix/>
            </a:blip>
            <a:srcRect b="0" l="45530" r="45530" t="0"/>
            <a:stretch/>
          </p:blipFill>
          <p:spPr>
            <a:xfrm flipH="1">
              <a:off x="10391337" y="2222738"/>
              <a:ext cx="77654" cy="890700"/>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414" name="Shape 414"/>
        <p:cNvGrpSpPr/>
        <p:nvPr/>
      </p:nvGrpSpPr>
      <p:grpSpPr>
        <a:xfrm>
          <a:off x="0" y="0"/>
          <a:ext cx="0" cy="0"/>
          <a:chOff x="0" y="0"/>
          <a:chExt cx="0" cy="0"/>
        </a:xfrm>
      </p:grpSpPr>
      <p:pic>
        <p:nvPicPr>
          <p:cNvPr id="415" name="Google Shape;415;p25"/>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416" name="Google Shape;41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17" name="Google Shape;417;p25"/>
          <p:cNvGrpSpPr/>
          <p:nvPr/>
        </p:nvGrpSpPr>
        <p:grpSpPr>
          <a:xfrm>
            <a:off x="-1632170" y="270339"/>
            <a:ext cx="10471275" cy="6459175"/>
            <a:chOff x="-1632170" y="270339"/>
            <a:chExt cx="10471275" cy="6459175"/>
          </a:xfrm>
        </p:grpSpPr>
        <p:pic>
          <p:nvPicPr>
            <p:cNvPr id="418" name="Google Shape;418;p25"/>
            <p:cNvPicPr preferRelativeResize="0"/>
            <p:nvPr/>
          </p:nvPicPr>
          <p:blipFill rotWithShape="1">
            <a:blip r:embed="rId3">
              <a:alphaModFix/>
            </a:blip>
            <a:srcRect b="0" l="49481" r="49482" t="0"/>
            <a:stretch/>
          </p:blipFill>
          <p:spPr>
            <a:xfrm>
              <a:off x="8761456" y="1162038"/>
              <a:ext cx="77649" cy="5567477"/>
            </a:xfrm>
            <a:prstGeom prst="rect">
              <a:avLst/>
            </a:prstGeom>
            <a:noFill/>
            <a:ln>
              <a:noFill/>
            </a:ln>
          </p:spPr>
        </p:pic>
        <p:pic>
          <p:nvPicPr>
            <p:cNvPr id="419" name="Google Shape;419;p25"/>
            <p:cNvPicPr preferRelativeResize="0"/>
            <p:nvPr/>
          </p:nvPicPr>
          <p:blipFill rotWithShape="1">
            <a:blip r:embed="rId3">
              <a:alphaModFix/>
            </a:blip>
            <a:srcRect b="0" l="49481" r="49482" t="0"/>
            <a:stretch/>
          </p:blipFill>
          <p:spPr>
            <a:xfrm rot="-5400000">
              <a:off x="1525856" y="-2474575"/>
              <a:ext cx="77649" cy="5567477"/>
            </a:xfrm>
            <a:prstGeom prst="rect">
              <a:avLst/>
            </a:prstGeom>
            <a:noFill/>
            <a:ln>
              <a:noFill/>
            </a:ln>
          </p:spPr>
        </p:pic>
        <p:pic>
          <p:nvPicPr>
            <p:cNvPr id="420" name="Google Shape;420;p25"/>
            <p:cNvPicPr preferRelativeResize="0"/>
            <p:nvPr/>
          </p:nvPicPr>
          <p:blipFill rotWithShape="1">
            <a:blip r:embed="rId3">
              <a:alphaModFix/>
            </a:blip>
            <a:srcRect b="0" l="49481" r="49482" t="0"/>
            <a:stretch/>
          </p:blipFill>
          <p:spPr>
            <a:xfrm rot="-5400000">
              <a:off x="1112744" y="2126725"/>
              <a:ext cx="77649" cy="5567477"/>
            </a:xfrm>
            <a:prstGeom prst="rect">
              <a:avLst/>
            </a:prstGeom>
            <a:noFill/>
            <a:ln>
              <a:noFill/>
            </a:ln>
          </p:spPr>
        </p:pic>
      </p:grpSp>
      <p:grpSp>
        <p:nvGrpSpPr>
          <p:cNvPr id="421" name="Google Shape;421;p25"/>
          <p:cNvGrpSpPr/>
          <p:nvPr/>
        </p:nvGrpSpPr>
        <p:grpSpPr>
          <a:xfrm>
            <a:off x="-1238112" y="3782701"/>
            <a:ext cx="1868547" cy="2223224"/>
            <a:chOff x="-1238112" y="3782701"/>
            <a:chExt cx="1868547" cy="2223224"/>
          </a:xfrm>
        </p:grpSpPr>
        <p:pic>
          <p:nvPicPr>
            <p:cNvPr id="422" name="Google Shape;422;p25"/>
            <p:cNvPicPr preferRelativeResize="0"/>
            <p:nvPr/>
          </p:nvPicPr>
          <p:blipFill>
            <a:blip r:embed="rId4">
              <a:alphaModFix/>
            </a:blip>
            <a:stretch>
              <a:fillRect/>
            </a:stretch>
          </p:blipFill>
          <p:spPr>
            <a:xfrm>
              <a:off x="-930075" y="4207250"/>
              <a:ext cx="1560510" cy="1798675"/>
            </a:xfrm>
            <a:prstGeom prst="rect">
              <a:avLst/>
            </a:prstGeom>
            <a:noFill/>
            <a:ln>
              <a:noFill/>
            </a:ln>
          </p:spPr>
        </p:pic>
        <p:pic>
          <p:nvPicPr>
            <p:cNvPr id="423" name="Google Shape;423;p25"/>
            <p:cNvPicPr preferRelativeResize="0"/>
            <p:nvPr/>
          </p:nvPicPr>
          <p:blipFill>
            <a:blip r:embed="rId5">
              <a:alphaModFix/>
            </a:blip>
            <a:stretch>
              <a:fillRect/>
            </a:stretch>
          </p:blipFill>
          <p:spPr>
            <a:xfrm>
              <a:off x="-1238112" y="3887106"/>
              <a:ext cx="1719374" cy="1981768"/>
            </a:xfrm>
            <a:prstGeom prst="rect">
              <a:avLst/>
            </a:prstGeom>
            <a:noFill/>
            <a:ln>
              <a:noFill/>
            </a:ln>
          </p:spPr>
        </p:pic>
        <p:pic>
          <p:nvPicPr>
            <p:cNvPr id="424" name="Google Shape;424;p25"/>
            <p:cNvPicPr preferRelativeResize="0"/>
            <p:nvPr/>
          </p:nvPicPr>
          <p:blipFill rotWithShape="1">
            <a:blip r:embed="rId6">
              <a:alphaModFix/>
            </a:blip>
            <a:srcRect b="0" l="45530" r="45530" t="0"/>
            <a:stretch/>
          </p:blipFill>
          <p:spPr>
            <a:xfrm flipH="1" rot="-3600013">
              <a:off x="53249" y="3607578"/>
              <a:ext cx="77654" cy="834994"/>
            </a:xfrm>
            <a:prstGeom prst="rect">
              <a:avLst/>
            </a:prstGeom>
            <a:noFill/>
            <a:ln>
              <a:noFill/>
            </a:ln>
          </p:spPr>
        </p:pic>
      </p:grpSp>
      <p:pic>
        <p:nvPicPr>
          <p:cNvPr id="425" name="Google Shape;425;p25"/>
          <p:cNvPicPr preferRelativeResize="0"/>
          <p:nvPr/>
        </p:nvPicPr>
        <p:blipFill>
          <a:blip r:embed="rId7">
            <a:alphaModFix/>
          </a:blip>
          <a:stretch>
            <a:fillRect/>
          </a:stretch>
        </p:blipFill>
        <p:spPr>
          <a:xfrm>
            <a:off x="8530945" y="4332330"/>
            <a:ext cx="538674" cy="552476"/>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426" name="Shape 426"/>
        <p:cNvGrpSpPr/>
        <p:nvPr/>
      </p:nvGrpSpPr>
      <p:grpSpPr>
        <a:xfrm>
          <a:off x="0" y="0"/>
          <a:ext cx="0" cy="0"/>
          <a:chOff x="0" y="0"/>
          <a:chExt cx="0" cy="0"/>
        </a:xfrm>
      </p:grpSpPr>
      <p:pic>
        <p:nvPicPr>
          <p:cNvPr id="427" name="Google Shape;427;p26"/>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428" name="Google Shape;428;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29" name="Google Shape;429;p26"/>
          <p:cNvGrpSpPr/>
          <p:nvPr/>
        </p:nvGrpSpPr>
        <p:grpSpPr>
          <a:xfrm>
            <a:off x="-3208933" y="1093922"/>
            <a:ext cx="5567477" cy="6114379"/>
            <a:chOff x="-3208933" y="1093922"/>
            <a:chExt cx="5567477" cy="6114379"/>
          </a:xfrm>
        </p:grpSpPr>
        <p:grpSp>
          <p:nvGrpSpPr>
            <p:cNvPr id="430" name="Google Shape;430;p26"/>
            <p:cNvGrpSpPr/>
            <p:nvPr/>
          </p:nvGrpSpPr>
          <p:grpSpPr>
            <a:xfrm>
              <a:off x="-569313" y="1093922"/>
              <a:ext cx="1388862" cy="1690934"/>
              <a:chOff x="-569313" y="1093922"/>
              <a:chExt cx="1388862" cy="1690934"/>
            </a:xfrm>
          </p:grpSpPr>
          <p:pic>
            <p:nvPicPr>
              <p:cNvPr id="431" name="Google Shape;431;p26"/>
              <p:cNvPicPr preferRelativeResize="0"/>
              <p:nvPr/>
            </p:nvPicPr>
            <p:blipFill>
              <a:blip r:embed="rId3">
                <a:alphaModFix/>
              </a:blip>
              <a:stretch>
                <a:fillRect/>
              </a:stretch>
            </p:blipFill>
            <p:spPr>
              <a:xfrm>
                <a:off x="-442868" y="1480108"/>
                <a:ext cx="1108501" cy="1277681"/>
              </a:xfrm>
              <a:prstGeom prst="rect">
                <a:avLst/>
              </a:prstGeom>
              <a:noFill/>
              <a:ln>
                <a:noFill/>
              </a:ln>
            </p:spPr>
          </p:pic>
          <p:pic>
            <p:nvPicPr>
              <p:cNvPr id="432" name="Google Shape;432;p26"/>
              <p:cNvPicPr preferRelativeResize="0"/>
              <p:nvPr/>
            </p:nvPicPr>
            <p:blipFill>
              <a:blip r:embed="rId4">
                <a:alphaModFix/>
              </a:blip>
              <a:stretch>
                <a:fillRect/>
              </a:stretch>
            </p:blipFill>
            <p:spPr>
              <a:xfrm>
                <a:off x="-569313" y="1226371"/>
                <a:ext cx="1315225" cy="1558485"/>
              </a:xfrm>
              <a:prstGeom prst="rect">
                <a:avLst/>
              </a:prstGeom>
              <a:noFill/>
              <a:ln>
                <a:noFill/>
              </a:ln>
            </p:spPr>
          </p:pic>
          <p:pic>
            <p:nvPicPr>
              <p:cNvPr id="433" name="Google Shape;433;p26"/>
              <p:cNvPicPr preferRelativeResize="0"/>
              <p:nvPr/>
            </p:nvPicPr>
            <p:blipFill rotWithShape="1">
              <a:blip r:embed="rId5">
                <a:alphaModFix/>
              </a:blip>
              <a:srcRect b="0" l="45530" r="45530" t="0"/>
              <a:stretch/>
            </p:blipFill>
            <p:spPr>
              <a:xfrm flipH="1" rot="-3599999">
                <a:off x="435567" y="939476"/>
                <a:ext cx="77649" cy="752276"/>
              </a:xfrm>
              <a:prstGeom prst="rect">
                <a:avLst/>
              </a:prstGeom>
              <a:noFill/>
              <a:ln>
                <a:noFill/>
              </a:ln>
            </p:spPr>
          </p:pic>
        </p:grpSp>
        <p:pic>
          <p:nvPicPr>
            <p:cNvPr id="434" name="Google Shape;434;p26"/>
            <p:cNvPicPr preferRelativeResize="0"/>
            <p:nvPr/>
          </p:nvPicPr>
          <p:blipFill>
            <a:blip r:embed="rId6">
              <a:alphaModFix/>
            </a:blip>
            <a:stretch>
              <a:fillRect/>
            </a:stretch>
          </p:blipFill>
          <p:spPr>
            <a:xfrm>
              <a:off x="91125" y="3919725"/>
              <a:ext cx="538674" cy="552474"/>
            </a:xfrm>
            <a:prstGeom prst="rect">
              <a:avLst/>
            </a:prstGeom>
            <a:noFill/>
            <a:ln>
              <a:noFill/>
            </a:ln>
          </p:spPr>
        </p:pic>
        <p:pic>
          <p:nvPicPr>
            <p:cNvPr id="435" name="Google Shape;435;p26"/>
            <p:cNvPicPr preferRelativeResize="0"/>
            <p:nvPr/>
          </p:nvPicPr>
          <p:blipFill rotWithShape="1">
            <a:blip r:embed="rId7">
              <a:alphaModFix/>
            </a:blip>
            <a:srcRect b="0" l="49481" r="49482" t="0"/>
            <a:stretch/>
          </p:blipFill>
          <p:spPr>
            <a:xfrm>
              <a:off x="315127" y="1640825"/>
              <a:ext cx="77649" cy="5567477"/>
            </a:xfrm>
            <a:prstGeom prst="rect">
              <a:avLst/>
            </a:prstGeom>
            <a:noFill/>
            <a:ln>
              <a:noFill/>
            </a:ln>
          </p:spPr>
        </p:pic>
        <p:pic>
          <p:nvPicPr>
            <p:cNvPr id="436" name="Google Shape;436;p26"/>
            <p:cNvPicPr preferRelativeResize="0"/>
            <p:nvPr/>
          </p:nvPicPr>
          <p:blipFill rotWithShape="1">
            <a:blip r:embed="rId7">
              <a:alphaModFix/>
            </a:blip>
            <a:srcRect b="0" l="49481" r="49482" t="0"/>
            <a:stretch/>
          </p:blipFill>
          <p:spPr>
            <a:xfrm rot="-5400000">
              <a:off x="-464019" y="-339637"/>
              <a:ext cx="77649" cy="5567477"/>
            </a:xfrm>
            <a:prstGeom prst="rect">
              <a:avLst/>
            </a:prstGeom>
            <a:noFill/>
            <a:ln>
              <a:noFill/>
            </a:ln>
          </p:spPr>
        </p:pic>
      </p:grpSp>
      <p:grpSp>
        <p:nvGrpSpPr>
          <p:cNvPr id="437" name="Google Shape;437;p26"/>
          <p:cNvGrpSpPr/>
          <p:nvPr/>
        </p:nvGrpSpPr>
        <p:grpSpPr>
          <a:xfrm>
            <a:off x="5951842" y="-2635025"/>
            <a:ext cx="5567477" cy="8309493"/>
            <a:chOff x="5951842" y="-2635025"/>
            <a:chExt cx="5567477" cy="8309493"/>
          </a:xfrm>
        </p:grpSpPr>
        <p:grpSp>
          <p:nvGrpSpPr>
            <p:cNvPr id="438" name="Google Shape;438;p26"/>
            <p:cNvGrpSpPr/>
            <p:nvPr/>
          </p:nvGrpSpPr>
          <p:grpSpPr>
            <a:xfrm>
              <a:off x="8354599" y="-2635025"/>
              <a:ext cx="1931139" cy="8309493"/>
              <a:chOff x="8354599" y="-2635025"/>
              <a:chExt cx="1931139" cy="8309493"/>
            </a:xfrm>
          </p:grpSpPr>
          <p:grpSp>
            <p:nvGrpSpPr>
              <p:cNvPr id="439" name="Google Shape;439;p26"/>
              <p:cNvGrpSpPr/>
              <p:nvPr/>
            </p:nvGrpSpPr>
            <p:grpSpPr>
              <a:xfrm>
                <a:off x="8354599" y="3271405"/>
                <a:ext cx="1931139" cy="2403063"/>
                <a:chOff x="8354599" y="3271405"/>
                <a:chExt cx="1931139" cy="2403063"/>
              </a:xfrm>
            </p:grpSpPr>
            <p:pic>
              <p:nvPicPr>
                <p:cNvPr id="440" name="Google Shape;440;p26"/>
                <p:cNvPicPr preferRelativeResize="0"/>
                <p:nvPr/>
              </p:nvPicPr>
              <p:blipFill>
                <a:blip r:embed="rId3">
                  <a:alphaModFix/>
                </a:blip>
                <a:stretch>
                  <a:fillRect/>
                </a:stretch>
              </p:blipFill>
              <p:spPr>
                <a:xfrm>
                  <a:off x="8725238" y="3875839"/>
                  <a:ext cx="1560501" cy="1798629"/>
                </a:xfrm>
                <a:prstGeom prst="rect">
                  <a:avLst/>
                </a:prstGeom>
                <a:noFill/>
                <a:ln>
                  <a:noFill/>
                </a:ln>
              </p:spPr>
            </p:pic>
            <p:pic>
              <p:nvPicPr>
                <p:cNvPr id="441" name="Google Shape;441;p26"/>
                <p:cNvPicPr preferRelativeResize="0"/>
                <p:nvPr/>
              </p:nvPicPr>
              <p:blipFill>
                <a:blip r:embed="rId8">
                  <a:alphaModFix/>
                </a:blip>
                <a:stretch>
                  <a:fillRect/>
                </a:stretch>
              </p:blipFill>
              <p:spPr>
                <a:xfrm>
                  <a:off x="8417201" y="3555668"/>
                  <a:ext cx="1719374" cy="1981768"/>
                </a:xfrm>
                <a:prstGeom prst="rect">
                  <a:avLst/>
                </a:prstGeom>
                <a:noFill/>
                <a:ln>
                  <a:noFill/>
                </a:ln>
              </p:spPr>
            </p:pic>
            <p:pic>
              <p:nvPicPr>
                <p:cNvPr id="442" name="Google Shape;442;p26"/>
                <p:cNvPicPr preferRelativeResize="0"/>
                <p:nvPr/>
              </p:nvPicPr>
              <p:blipFill rotWithShape="1">
                <a:blip r:embed="rId5">
                  <a:alphaModFix/>
                </a:blip>
                <a:srcRect b="0" l="45530" r="45530" t="0"/>
                <a:stretch/>
              </p:blipFill>
              <p:spPr>
                <a:xfrm flipH="1" rot="3600013">
                  <a:off x="8696748" y="3228152"/>
                  <a:ext cx="77654" cy="834994"/>
                </a:xfrm>
                <a:prstGeom prst="rect">
                  <a:avLst/>
                </a:prstGeom>
                <a:noFill/>
                <a:ln>
                  <a:noFill/>
                </a:ln>
              </p:spPr>
            </p:pic>
            <p:pic>
              <p:nvPicPr>
                <p:cNvPr id="443" name="Google Shape;443;p26"/>
                <p:cNvPicPr preferRelativeResize="0"/>
                <p:nvPr/>
              </p:nvPicPr>
              <p:blipFill>
                <a:blip r:embed="rId9">
                  <a:alphaModFix/>
                </a:blip>
                <a:stretch>
                  <a:fillRect/>
                </a:stretch>
              </p:blipFill>
              <p:spPr>
                <a:xfrm>
                  <a:off x="8850482" y="3271405"/>
                  <a:ext cx="538674" cy="552476"/>
                </a:xfrm>
                <a:prstGeom prst="rect">
                  <a:avLst/>
                </a:prstGeom>
                <a:noFill/>
                <a:ln>
                  <a:noFill/>
                </a:ln>
              </p:spPr>
            </p:pic>
          </p:grpSp>
          <p:pic>
            <p:nvPicPr>
              <p:cNvPr id="444" name="Google Shape;444;p26"/>
              <p:cNvPicPr preferRelativeResize="0"/>
              <p:nvPr/>
            </p:nvPicPr>
            <p:blipFill rotWithShape="1">
              <a:blip r:embed="rId7">
                <a:alphaModFix/>
              </a:blip>
              <a:srcRect b="0" l="49481" r="49482" t="0"/>
              <a:stretch/>
            </p:blipFill>
            <p:spPr>
              <a:xfrm>
                <a:off x="8850475" y="-2635025"/>
                <a:ext cx="77649" cy="5727549"/>
              </a:xfrm>
              <a:prstGeom prst="rect">
                <a:avLst/>
              </a:prstGeom>
              <a:noFill/>
              <a:ln>
                <a:noFill/>
              </a:ln>
            </p:spPr>
          </p:pic>
        </p:grpSp>
        <p:pic>
          <p:nvPicPr>
            <p:cNvPr id="445" name="Google Shape;445;p26"/>
            <p:cNvPicPr preferRelativeResize="0"/>
            <p:nvPr/>
          </p:nvPicPr>
          <p:blipFill rotWithShape="1">
            <a:blip r:embed="rId7">
              <a:alphaModFix/>
            </a:blip>
            <a:srcRect b="0" l="49481" r="49482" t="0"/>
            <a:stretch/>
          </p:blipFill>
          <p:spPr>
            <a:xfrm rot="-5400000">
              <a:off x="8696756" y="-2554987"/>
              <a:ext cx="77649" cy="5567477"/>
            </a:xfrm>
            <a:prstGeom prst="rect">
              <a:avLst/>
            </a:prstGeom>
            <a:noFill/>
            <a:ln>
              <a:noFill/>
            </a:ln>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446" name="Shape 446"/>
        <p:cNvGrpSpPr/>
        <p:nvPr/>
      </p:nvGrpSpPr>
      <p:grpSpPr>
        <a:xfrm>
          <a:off x="0" y="0"/>
          <a:ext cx="0" cy="0"/>
          <a:chOff x="0" y="0"/>
          <a:chExt cx="0" cy="0"/>
        </a:xfrm>
      </p:grpSpPr>
      <p:pic>
        <p:nvPicPr>
          <p:cNvPr id="447" name="Google Shape;447;p27"/>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448" name="Google Shape;448;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49" name="Google Shape;449;p27"/>
          <p:cNvGrpSpPr/>
          <p:nvPr/>
        </p:nvGrpSpPr>
        <p:grpSpPr>
          <a:xfrm>
            <a:off x="8071255" y="2724201"/>
            <a:ext cx="5567477" cy="7369448"/>
            <a:chOff x="8071255" y="2724201"/>
            <a:chExt cx="5567477" cy="7369448"/>
          </a:xfrm>
        </p:grpSpPr>
        <p:pic>
          <p:nvPicPr>
            <p:cNvPr id="450" name="Google Shape;450;p27"/>
            <p:cNvPicPr preferRelativeResize="0"/>
            <p:nvPr/>
          </p:nvPicPr>
          <p:blipFill rotWithShape="1">
            <a:blip r:embed="rId3">
              <a:alphaModFix/>
            </a:blip>
            <a:srcRect b="0" l="49481" r="49482" t="0"/>
            <a:stretch/>
          </p:blipFill>
          <p:spPr>
            <a:xfrm>
              <a:off x="8707475" y="4366100"/>
              <a:ext cx="77649" cy="5727549"/>
            </a:xfrm>
            <a:prstGeom prst="rect">
              <a:avLst/>
            </a:prstGeom>
            <a:noFill/>
            <a:ln>
              <a:noFill/>
            </a:ln>
          </p:spPr>
        </p:pic>
        <p:pic>
          <p:nvPicPr>
            <p:cNvPr id="451" name="Google Shape;451;p27"/>
            <p:cNvPicPr preferRelativeResize="0"/>
            <p:nvPr/>
          </p:nvPicPr>
          <p:blipFill rotWithShape="1">
            <a:blip r:embed="rId3">
              <a:alphaModFix/>
            </a:blip>
            <a:srcRect b="0" l="49481" r="49482" t="0"/>
            <a:stretch/>
          </p:blipFill>
          <p:spPr>
            <a:xfrm rot="-5400000">
              <a:off x="10816169" y="-20712"/>
              <a:ext cx="77649" cy="5567477"/>
            </a:xfrm>
            <a:prstGeom prst="rect">
              <a:avLst/>
            </a:prstGeom>
            <a:noFill/>
            <a:ln>
              <a:noFill/>
            </a:ln>
          </p:spPr>
        </p:pic>
      </p:grpSp>
      <p:grpSp>
        <p:nvGrpSpPr>
          <p:cNvPr id="452" name="Google Shape;452;p27"/>
          <p:cNvGrpSpPr/>
          <p:nvPr/>
        </p:nvGrpSpPr>
        <p:grpSpPr>
          <a:xfrm>
            <a:off x="2856517" y="-958869"/>
            <a:ext cx="6775230" cy="2271064"/>
            <a:chOff x="2856517" y="-958869"/>
            <a:chExt cx="6775230" cy="2271064"/>
          </a:xfrm>
        </p:grpSpPr>
        <p:pic>
          <p:nvPicPr>
            <p:cNvPr id="453" name="Google Shape;453;p27"/>
            <p:cNvPicPr preferRelativeResize="0"/>
            <p:nvPr/>
          </p:nvPicPr>
          <p:blipFill>
            <a:blip r:embed="rId4">
              <a:alphaModFix/>
            </a:blip>
            <a:stretch>
              <a:fillRect/>
            </a:stretch>
          </p:blipFill>
          <p:spPr>
            <a:xfrm>
              <a:off x="8071238" y="-638725"/>
              <a:ext cx="1560510" cy="1798675"/>
            </a:xfrm>
            <a:prstGeom prst="rect">
              <a:avLst/>
            </a:prstGeom>
            <a:noFill/>
            <a:ln>
              <a:noFill/>
            </a:ln>
          </p:spPr>
        </p:pic>
        <p:pic>
          <p:nvPicPr>
            <p:cNvPr id="454" name="Google Shape;454;p27"/>
            <p:cNvPicPr preferRelativeResize="0"/>
            <p:nvPr/>
          </p:nvPicPr>
          <p:blipFill>
            <a:blip r:embed="rId5">
              <a:alphaModFix/>
            </a:blip>
            <a:stretch>
              <a:fillRect/>
            </a:stretch>
          </p:blipFill>
          <p:spPr>
            <a:xfrm>
              <a:off x="7763201" y="-958869"/>
              <a:ext cx="1719374" cy="1981768"/>
            </a:xfrm>
            <a:prstGeom prst="rect">
              <a:avLst/>
            </a:prstGeom>
            <a:noFill/>
            <a:ln>
              <a:noFill/>
            </a:ln>
          </p:spPr>
        </p:pic>
        <p:pic>
          <p:nvPicPr>
            <p:cNvPr id="455" name="Google Shape;455;p27"/>
            <p:cNvPicPr preferRelativeResize="0"/>
            <p:nvPr/>
          </p:nvPicPr>
          <p:blipFill>
            <a:blip r:embed="rId6">
              <a:alphaModFix/>
            </a:blip>
            <a:stretch>
              <a:fillRect/>
            </a:stretch>
          </p:blipFill>
          <p:spPr>
            <a:xfrm>
              <a:off x="8334970" y="759718"/>
              <a:ext cx="538674" cy="552476"/>
            </a:xfrm>
            <a:prstGeom prst="rect">
              <a:avLst/>
            </a:prstGeom>
            <a:noFill/>
            <a:ln>
              <a:noFill/>
            </a:ln>
          </p:spPr>
        </p:pic>
        <p:pic>
          <p:nvPicPr>
            <p:cNvPr id="456" name="Google Shape;456;p27"/>
            <p:cNvPicPr preferRelativeResize="0"/>
            <p:nvPr/>
          </p:nvPicPr>
          <p:blipFill rotWithShape="1">
            <a:blip r:embed="rId3">
              <a:alphaModFix/>
            </a:blip>
            <a:srcRect b="0" l="49481" r="49482" t="0"/>
            <a:stretch/>
          </p:blipFill>
          <p:spPr>
            <a:xfrm rot="-5400000">
              <a:off x="5601431" y="-2530250"/>
              <a:ext cx="77649" cy="5567477"/>
            </a:xfrm>
            <a:prstGeom prst="rect">
              <a:avLst/>
            </a:prstGeom>
            <a:noFill/>
            <a:ln>
              <a:noFill/>
            </a:ln>
          </p:spPr>
        </p:pic>
      </p:grpSp>
      <p:grpSp>
        <p:nvGrpSpPr>
          <p:cNvPr id="457" name="Google Shape;457;p27"/>
          <p:cNvGrpSpPr/>
          <p:nvPr/>
        </p:nvGrpSpPr>
        <p:grpSpPr>
          <a:xfrm>
            <a:off x="-1381337" y="718581"/>
            <a:ext cx="2112786" cy="2210363"/>
            <a:chOff x="-1381337" y="718581"/>
            <a:chExt cx="2112786" cy="2210363"/>
          </a:xfrm>
        </p:grpSpPr>
        <p:pic>
          <p:nvPicPr>
            <p:cNvPr id="458" name="Google Shape;458;p27"/>
            <p:cNvPicPr preferRelativeResize="0"/>
            <p:nvPr/>
          </p:nvPicPr>
          <p:blipFill>
            <a:blip r:embed="rId4">
              <a:alphaModFix/>
            </a:blip>
            <a:stretch>
              <a:fillRect/>
            </a:stretch>
          </p:blipFill>
          <p:spPr>
            <a:xfrm>
              <a:off x="-1231100" y="947176"/>
              <a:ext cx="1719374" cy="1981768"/>
            </a:xfrm>
            <a:prstGeom prst="rect">
              <a:avLst/>
            </a:prstGeom>
            <a:noFill/>
            <a:ln>
              <a:noFill/>
            </a:ln>
          </p:spPr>
        </p:pic>
        <p:pic>
          <p:nvPicPr>
            <p:cNvPr id="459" name="Google Shape;459;p27"/>
            <p:cNvPicPr preferRelativeResize="0"/>
            <p:nvPr/>
          </p:nvPicPr>
          <p:blipFill>
            <a:blip r:embed="rId5">
              <a:alphaModFix/>
            </a:blip>
            <a:stretch>
              <a:fillRect/>
            </a:stretch>
          </p:blipFill>
          <p:spPr>
            <a:xfrm>
              <a:off x="-1381337" y="718581"/>
              <a:ext cx="1719374" cy="1981768"/>
            </a:xfrm>
            <a:prstGeom prst="rect">
              <a:avLst/>
            </a:prstGeom>
            <a:noFill/>
            <a:ln>
              <a:noFill/>
            </a:ln>
          </p:spPr>
        </p:pic>
        <p:pic>
          <p:nvPicPr>
            <p:cNvPr id="460" name="Google Shape;460;p27"/>
            <p:cNvPicPr preferRelativeResize="0"/>
            <p:nvPr/>
          </p:nvPicPr>
          <p:blipFill rotWithShape="1">
            <a:blip r:embed="rId7">
              <a:alphaModFix/>
            </a:blip>
            <a:srcRect b="0" l="45530" r="45530" t="0"/>
            <a:stretch/>
          </p:blipFill>
          <p:spPr>
            <a:xfrm flipH="1">
              <a:off x="423287" y="1258650"/>
              <a:ext cx="77654" cy="890700"/>
            </a:xfrm>
            <a:prstGeom prst="rect">
              <a:avLst/>
            </a:prstGeom>
            <a:noFill/>
            <a:ln>
              <a:noFill/>
            </a:ln>
          </p:spPr>
        </p:pic>
        <p:pic>
          <p:nvPicPr>
            <p:cNvPr id="461" name="Google Shape;461;p27"/>
            <p:cNvPicPr preferRelativeResize="0"/>
            <p:nvPr/>
          </p:nvPicPr>
          <p:blipFill>
            <a:blip r:embed="rId8">
              <a:alphaModFix/>
            </a:blip>
            <a:stretch>
              <a:fillRect/>
            </a:stretch>
          </p:blipFill>
          <p:spPr>
            <a:xfrm>
              <a:off x="192775" y="947175"/>
              <a:ext cx="538674" cy="552474"/>
            </a:xfrm>
            <a:prstGeom prst="rect">
              <a:avLst/>
            </a:prstGeom>
            <a:noFill/>
            <a:ln>
              <a:noFill/>
            </a:ln>
          </p:spPr>
        </p:pic>
      </p:grpSp>
      <p:grpSp>
        <p:nvGrpSpPr>
          <p:cNvPr id="462" name="Google Shape;462;p27"/>
          <p:cNvGrpSpPr/>
          <p:nvPr/>
        </p:nvGrpSpPr>
        <p:grpSpPr>
          <a:xfrm>
            <a:off x="-964463" y="3128875"/>
            <a:ext cx="1560500" cy="5567477"/>
            <a:chOff x="-964463" y="3128875"/>
            <a:chExt cx="1560500" cy="5567477"/>
          </a:xfrm>
        </p:grpSpPr>
        <p:pic>
          <p:nvPicPr>
            <p:cNvPr id="463" name="Google Shape;463;p27"/>
            <p:cNvPicPr preferRelativeResize="0"/>
            <p:nvPr/>
          </p:nvPicPr>
          <p:blipFill>
            <a:blip r:embed="rId4">
              <a:alphaModFix/>
            </a:blip>
            <a:stretch>
              <a:fillRect/>
            </a:stretch>
          </p:blipFill>
          <p:spPr>
            <a:xfrm>
              <a:off x="-814438" y="3891751"/>
              <a:ext cx="1315225" cy="1515947"/>
            </a:xfrm>
            <a:prstGeom prst="rect">
              <a:avLst/>
            </a:prstGeom>
            <a:noFill/>
            <a:ln>
              <a:noFill/>
            </a:ln>
          </p:spPr>
        </p:pic>
        <p:pic>
          <p:nvPicPr>
            <p:cNvPr id="464" name="Google Shape;464;p27"/>
            <p:cNvPicPr preferRelativeResize="0"/>
            <p:nvPr/>
          </p:nvPicPr>
          <p:blipFill>
            <a:blip r:embed="rId9">
              <a:alphaModFix/>
            </a:blip>
            <a:stretch>
              <a:fillRect/>
            </a:stretch>
          </p:blipFill>
          <p:spPr>
            <a:xfrm>
              <a:off x="-964463" y="3590697"/>
              <a:ext cx="1560500" cy="1849115"/>
            </a:xfrm>
            <a:prstGeom prst="rect">
              <a:avLst/>
            </a:prstGeom>
            <a:noFill/>
            <a:ln>
              <a:noFill/>
            </a:ln>
          </p:spPr>
        </p:pic>
        <p:pic>
          <p:nvPicPr>
            <p:cNvPr id="465" name="Google Shape;465;p27"/>
            <p:cNvPicPr preferRelativeResize="0"/>
            <p:nvPr/>
          </p:nvPicPr>
          <p:blipFill>
            <a:blip r:embed="rId10">
              <a:alphaModFix/>
            </a:blip>
            <a:stretch>
              <a:fillRect/>
            </a:stretch>
          </p:blipFill>
          <p:spPr>
            <a:xfrm>
              <a:off x="1" y="3556838"/>
              <a:ext cx="538674" cy="552474"/>
            </a:xfrm>
            <a:prstGeom prst="rect">
              <a:avLst/>
            </a:prstGeom>
            <a:noFill/>
            <a:ln>
              <a:noFill/>
            </a:ln>
          </p:spPr>
        </p:pic>
        <p:pic>
          <p:nvPicPr>
            <p:cNvPr id="466" name="Google Shape;466;p27"/>
            <p:cNvPicPr preferRelativeResize="0"/>
            <p:nvPr/>
          </p:nvPicPr>
          <p:blipFill rotWithShape="1">
            <a:blip r:embed="rId3">
              <a:alphaModFix/>
            </a:blip>
            <a:srcRect b="0" l="49481" r="49482" t="0"/>
            <a:stretch/>
          </p:blipFill>
          <p:spPr>
            <a:xfrm>
              <a:off x="232314" y="3128875"/>
              <a:ext cx="77649" cy="5567477"/>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7">
    <p:spTree>
      <p:nvGrpSpPr>
        <p:cNvPr id="467" name="Shape 467"/>
        <p:cNvGrpSpPr/>
        <p:nvPr/>
      </p:nvGrpSpPr>
      <p:grpSpPr>
        <a:xfrm>
          <a:off x="0" y="0"/>
          <a:ext cx="0" cy="0"/>
          <a:chOff x="0" y="0"/>
          <a:chExt cx="0" cy="0"/>
        </a:xfrm>
      </p:grpSpPr>
      <p:pic>
        <p:nvPicPr>
          <p:cNvPr id="468" name="Google Shape;468;p28"/>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469" name="Google Shape;46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70" name="Google Shape;470;p28"/>
          <p:cNvGrpSpPr/>
          <p:nvPr/>
        </p:nvGrpSpPr>
        <p:grpSpPr>
          <a:xfrm>
            <a:off x="6674392" y="-1962725"/>
            <a:ext cx="5567477" cy="5567477"/>
            <a:chOff x="6674392" y="-1962725"/>
            <a:chExt cx="5567477" cy="5567477"/>
          </a:xfrm>
        </p:grpSpPr>
        <p:pic>
          <p:nvPicPr>
            <p:cNvPr id="471" name="Google Shape;471;p28"/>
            <p:cNvPicPr preferRelativeResize="0"/>
            <p:nvPr/>
          </p:nvPicPr>
          <p:blipFill>
            <a:blip r:embed="rId3">
              <a:alphaModFix/>
            </a:blip>
            <a:stretch>
              <a:fillRect/>
            </a:stretch>
          </p:blipFill>
          <p:spPr>
            <a:xfrm>
              <a:off x="8390888" y="889037"/>
              <a:ext cx="1560510" cy="1798675"/>
            </a:xfrm>
            <a:prstGeom prst="rect">
              <a:avLst/>
            </a:prstGeom>
            <a:noFill/>
            <a:ln>
              <a:noFill/>
            </a:ln>
          </p:spPr>
        </p:pic>
        <p:pic>
          <p:nvPicPr>
            <p:cNvPr id="472" name="Google Shape;472;p28"/>
            <p:cNvPicPr preferRelativeResize="0"/>
            <p:nvPr/>
          </p:nvPicPr>
          <p:blipFill>
            <a:blip r:embed="rId4">
              <a:alphaModFix/>
            </a:blip>
            <a:stretch>
              <a:fillRect/>
            </a:stretch>
          </p:blipFill>
          <p:spPr>
            <a:xfrm>
              <a:off x="8082851" y="568893"/>
              <a:ext cx="1719374" cy="1981768"/>
            </a:xfrm>
            <a:prstGeom prst="rect">
              <a:avLst/>
            </a:prstGeom>
            <a:noFill/>
            <a:ln>
              <a:noFill/>
            </a:ln>
          </p:spPr>
        </p:pic>
        <p:pic>
          <p:nvPicPr>
            <p:cNvPr id="473" name="Google Shape;473;p28"/>
            <p:cNvPicPr preferRelativeResize="0"/>
            <p:nvPr/>
          </p:nvPicPr>
          <p:blipFill>
            <a:blip r:embed="rId5">
              <a:alphaModFix/>
            </a:blip>
            <a:stretch>
              <a:fillRect/>
            </a:stretch>
          </p:blipFill>
          <p:spPr>
            <a:xfrm>
              <a:off x="8673200" y="2245713"/>
              <a:ext cx="538674" cy="552474"/>
            </a:xfrm>
            <a:prstGeom prst="rect">
              <a:avLst/>
            </a:prstGeom>
            <a:noFill/>
            <a:ln>
              <a:noFill/>
            </a:ln>
          </p:spPr>
        </p:pic>
        <p:pic>
          <p:nvPicPr>
            <p:cNvPr id="474" name="Google Shape;474;p28"/>
            <p:cNvPicPr preferRelativeResize="0"/>
            <p:nvPr/>
          </p:nvPicPr>
          <p:blipFill rotWithShape="1">
            <a:blip r:embed="rId6">
              <a:alphaModFix/>
            </a:blip>
            <a:srcRect b="0" l="45530" r="45530" t="0"/>
            <a:stretch/>
          </p:blipFill>
          <p:spPr>
            <a:xfrm flipH="1" rot="-3600013">
              <a:off x="8563398" y="1723667"/>
              <a:ext cx="77654" cy="834992"/>
            </a:xfrm>
            <a:prstGeom prst="rect">
              <a:avLst/>
            </a:prstGeom>
            <a:noFill/>
            <a:ln>
              <a:noFill/>
            </a:ln>
          </p:spPr>
        </p:pic>
        <p:pic>
          <p:nvPicPr>
            <p:cNvPr id="475" name="Google Shape;475;p28"/>
            <p:cNvPicPr preferRelativeResize="0"/>
            <p:nvPr/>
          </p:nvPicPr>
          <p:blipFill rotWithShape="1">
            <a:blip r:embed="rId7">
              <a:alphaModFix/>
            </a:blip>
            <a:srcRect b="0" l="49481" r="49482" t="0"/>
            <a:stretch/>
          </p:blipFill>
          <p:spPr>
            <a:xfrm>
              <a:off x="8903714" y="-1962725"/>
              <a:ext cx="77649" cy="5567477"/>
            </a:xfrm>
            <a:prstGeom prst="rect">
              <a:avLst/>
            </a:prstGeom>
            <a:noFill/>
            <a:ln>
              <a:noFill/>
            </a:ln>
          </p:spPr>
        </p:pic>
        <p:pic>
          <p:nvPicPr>
            <p:cNvPr id="476" name="Google Shape;476;p28"/>
            <p:cNvPicPr preferRelativeResize="0"/>
            <p:nvPr/>
          </p:nvPicPr>
          <p:blipFill rotWithShape="1">
            <a:blip r:embed="rId7">
              <a:alphaModFix/>
            </a:blip>
            <a:srcRect b="0" l="49481" r="49482" t="0"/>
            <a:stretch/>
          </p:blipFill>
          <p:spPr>
            <a:xfrm rot="-5400000">
              <a:off x="9419306" y="-2420875"/>
              <a:ext cx="77649" cy="5567477"/>
            </a:xfrm>
            <a:prstGeom prst="rect">
              <a:avLst/>
            </a:prstGeom>
            <a:noFill/>
            <a:ln>
              <a:noFill/>
            </a:ln>
          </p:spPr>
        </p:pic>
      </p:grpSp>
      <p:grpSp>
        <p:nvGrpSpPr>
          <p:cNvPr id="477" name="Google Shape;477;p28"/>
          <p:cNvGrpSpPr/>
          <p:nvPr/>
        </p:nvGrpSpPr>
        <p:grpSpPr>
          <a:xfrm>
            <a:off x="-4075333" y="783768"/>
            <a:ext cx="5567477" cy="2210363"/>
            <a:chOff x="-4075333" y="783768"/>
            <a:chExt cx="5567477" cy="2210363"/>
          </a:xfrm>
        </p:grpSpPr>
        <p:pic>
          <p:nvPicPr>
            <p:cNvPr id="478" name="Google Shape;478;p28"/>
            <p:cNvPicPr preferRelativeResize="0"/>
            <p:nvPr/>
          </p:nvPicPr>
          <p:blipFill>
            <a:blip r:embed="rId3">
              <a:alphaModFix/>
            </a:blip>
            <a:stretch>
              <a:fillRect/>
            </a:stretch>
          </p:blipFill>
          <p:spPr>
            <a:xfrm>
              <a:off x="-1091737" y="1012364"/>
              <a:ext cx="1719374" cy="1981768"/>
            </a:xfrm>
            <a:prstGeom prst="rect">
              <a:avLst/>
            </a:prstGeom>
            <a:noFill/>
            <a:ln>
              <a:noFill/>
            </a:ln>
          </p:spPr>
        </p:pic>
        <p:pic>
          <p:nvPicPr>
            <p:cNvPr id="479" name="Google Shape;479;p28"/>
            <p:cNvPicPr preferRelativeResize="0"/>
            <p:nvPr/>
          </p:nvPicPr>
          <p:blipFill>
            <a:blip r:embed="rId4">
              <a:alphaModFix/>
            </a:blip>
            <a:stretch>
              <a:fillRect/>
            </a:stretch>
          </p:blipFill>
          <p:spPr>
            <a:xfrm>
              <a:off x="-1241974" y="783768"/>
              <a:ext cx="1719374" cy="1981768"/>
            </a:xfrm>
            <a:prstGeom prst="rect">
              <a:avLst/>
            </a:prstGeom>
            <a:noFill/>
            <a:ln>
              <a:noFill/>
            </a:ln>
          </p:spPr>
        </p:pic>
        <p:pic>
          <p:nvPicPr>
            <p:cNvPr id="480" name="Google Shape;480;p28"/>
            <p:cNvPicPr preferRelativeResize="0"/>
            <p:nvPr/>
          </p:nvPicPr>
          <p:blipFill rotWithShape="1">
            <a:blip r:embed="rId6">
              <a:alphaModFix/>
            </a:blip>
            <a:srcRect b="0" l="45530" r="45530" t="0"/>
            <a:stretch/>
          </p:blipFill>
          <p:spPr>
            <a:xfrm flipH="1">
              <a:off x="214374" y="1329300"/>
              <a:ext cx="77654" cy="890700"/>
            </a:xfrm>
            <a:prstGeom prst="rect">
              <a:avLst/>
            </a:prstGeom>
            <a:noFill/>
            <a:ln>
              <a:noFill/>
            </a:ln>
          </p:spPr>
        </p:pic>
        <p:pic>
          <p:nvPicPr>
            <p:cNvPr id="481" name="Google Shape;481;p28"/>
            <p:cNvPicPr preferRelativeResize="0"/>
            <p:nvPr/>
          </p:nvPicPr>
          <p:blipFill>
            <a:blip r:embed="rId8">
              <a:alphaModFix/>
            </a:blip>
            <a:stretch>
              <a:fillRect/>
            </a:stretch>
          </p:blipFill>
          <p:spPr>
            <a:xfrm>
              <a:off x="214382" y="1456268"/>
              <a:ext cx="538674" cy="552476"/>
            </a:xfrm>
            <a:prstGeom prst="rect">
              <a:avLst/>
            </a:prstGeom>
            <a:noFill/>
            <a:ln>
              <a:noFill/>
            </a:ln>
          </p:spPr>
        </p:pic>
        <p:pic>
          <p:nvPicPr>
            <p:cNvPr id="482" name="Google Shape;482;p28"/>
            <p:cNvPicPr preferRelativeResize="0"/>
            <p:nvPr/>
          </p:nvPicPr>
          <p:blipFill rotWithShape="1">
            <a:blip r:embed="rId7">
              <a:alphaModFix/>
            </a:blip>
            <a:srcRect b="0" l="49481" r="49482" t="0"/>
            <a:stretch/>
          </p:blipFill>
          <p:spPr>
            <a:xfrm rot="-5400000">
              <a:off x="-1330419" y="-1051250"/>
              <a:ext cx="77649" cy="5567477"/>
            </a:xfrm>
            <a:prstGeom prst="rect">
              <a:avLst/>
            </a:prstGeom>
            <a:noFill/>
            <a:ln>
              <a:noFill/>
            </a:ln>
          </p:spPr>
        </p:pic>
      </p:grpSp>
      <p:grpSp>
        <p:nvGrpSpPr>
          <p:cNvPr id="483" name="Google Shape;483;p28"/>
          <p:cNvGrpSpPr/>
          <p:nvPr/>
        </p:nvGrpSpPr>
        <p:grpSpPr>
          <a:xfrm>
            <a:off x="4288667" y="3750362"/>
            <a:ext cx="5662745" cy="1953088"/>
            <a:chOff x="4288667" y="3750362"/>
            <a:chExt cx="5662745" cy="1953088"/>
          </a:xfrm>
        </p:grpSpPr>
        <p:pic>
          <p:nvPicPr>
            <p:cNvPr id="484" name="Google Shape;484;p28"/>
            <p:cNvPicPr preferRelativeResize="0"/>
            <p:nvPr/>
          </p:nvPicPr>
          <p:blipFill>
            <a:blip r:embed="rId3">
              <a:alphaModFix/>
            </a:blip>
            <a:stretch>
              <a:fillRect/>
            </a:stretch>
          </p:blipFill>
          <p:spPr>
            <a:xfrm>
              <a:off x="8540937" y="4155389"/>
              <a:ext cx="1315225" cy="1515947"/>
            </a:xfrm>
            <a:prstGeom prst="rect">
              <a:avLst/>
            </a:prstGeom>
            <a:noFill/>
            <a:ln>
              <a:noFill/>
            </a:ln>
          </p:spPr>
        </p:pic>
        <p:pic>
          <p:nvPicPr>
            <p:cNvPr id="485" name="Google Shape;485;p28"/>
            <p:cNvPicPr preferRelativeResize="0"/>
            <p:nvPr/>
          </p:nvPicPr>
          <p:blipFill>
            <a:blip r:embed="rId9">
              <a:alphaModFix/>
            </a:blip>
            <a:stretch>
              <a:fillRect/>
            </a:stretch>
          </p:blipFill>
          <p:spPr>
            <a:xfrm>
              <a:off x="8390912" y="3854335"/>
              <a:ext cx="1560500" cy="1849115"/>
            </a:xfrm>
            <a:prstGeom prst="rect">
              <a:avLst/>
            </a:prstGeom>
            <a:noFill/>
            <a:ln>
              <a:noFill/>
            </a:ln>
          </p:spPr>
        </p:pic>
        <p:pic>
          <p:nvPicPr>
            <p:cNvPr id="486" name="Google Shape;486;p28"/>
            <p:cNvPicPr preferRelativeResize="0"/>
            <p:nvPr/>
          </p:nvPicPr>
          <p:blipFill>
            <a:blip r:embed="rId10">
              <a:alphaModFix/>
            </a:blip>
            <a:stretch>
              <a:fillRect/>
            </a:stretch>
          </p:blipFill>
          <p:spPr>
            <a:xfrm>
              <a:off x="8673201" y="4637125"/>
              <a:ext cx="538674" cy="552474"/>
            </a:xfrm>
            <a:prstGeom prst="rect">
              <a:avLst/>
            </a:prstGeom>
            <a:noFill/>
            <a:ln>
              <a:noFill/>
            </a:ln>
          </p:spPr>
        </p:pic>
        <p:pic>
          <p:nvPicPr>
            <p:cNvPr id="487" name="Google Shape;487;p28"/>
            <p:cNvPicPr preferRelativeResize="0"/>
            <p:nvPr/>
          </p:nvPicPr>
          <p:blipFill rotWithShape="1">
            <a:blip r:embed="rId7">
              <a:alphaModFix/>
            </a:blip>
            <a:srcRect b="0" l="49481" r="49482" t="0"/>
            <a:stretch/>
          </p:blipFill>
          <p:spPr>
            <a:xfrm rot="-5400000">
              <a:off x="7033581" y="2129625"/>
              <a:ext cx="77649" cy="5567477"/>
            </a:xfrm>
            <a:prstGeom prst="rect">
              <a:avLst/>
            </a:prstGeom>
            <a:noFill/>
            <a:ln>
              <a:noFill/>
            </a:ln>
          </p:spPr>
        </p:pic>
        <p:pic>
          <p:nvPicPr>
            <p:cNvPr id="488" name="Google Shape;488;p28"/>
            <p:cNvPicPr preferRelativeResize="0"/>
            <p:nvPr/>
          </p:nvPicPr>
          <p:blipFill rotWithShape="1">
            <a:blip r:embed="rId6">
              <a:alphaModFix/>
            </a:blip>
            <a:srcRect b="0" l="45530" r="45530" t="0"/>
            <a:stretch/>
          </p:blipFill>
          <p:spPr>
            <a:xfrm flipH="1" rot="3600013">
              <a:off x="8700074" y="3561312"/>
              <a:ext cx="77654" cy="890699"/>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7_1">
    <p:spTree>
      <p:nvGrpSpPr>
        <p:cNvPr id="489" name="Shape 489"/>
        <p:cNvGrpSpPr/>
        <p:nvPr/>
      </p:nvGrpSpPr>
      <p:grpSpPr>
        <a:xfrm>
          <a:off x="0" y="0"/>
          <a:ext cx="0" cy="0"/>
          <a:chOff x="0" y="0"/>
          <a:chExt cx="0" cy="0"/>
        </a:xfrm>
      </p:grpSpPr>
      <p:pic>
        <p:nvPicPr>
          <p:cNvPr id="490" name="Google Shape;490;p29"/>
          <p:cNvPicPr preferRelativeResize="0"/>
          <p:nvPr/>
        </p:nvPicPr>
        <p:blipFill>
          <a:blip r:embed="rId2">
            <a:alphaModFix/>
          </a:blip>
          <a:stretch>
            <a:fillRect/>
          </a:stretch>
        </p:blipFill>
        <p:spPr>
          <a:xfrm>
            <a:off x="-50" y="-12"/>
            <a:ext cx="9144000" cy="5143500"/>
          </a:xfrm>
          <a:prstGeom prst="rect">
            <a:avLst/>
          </a:prstGeom>
          <a:noFill/>
          <a:ln>
            <a:noFill/>
          </a:ln>
        </p:spPr>
      </p:pic>
      <p:grpSp>
        <p:nvGrpSpPr>
          <p:cNvPr id="491" name="Google Shape;491;p29"/>
          <p:cNvGrpSpPr/>
          <p:nvPr/>
        </p:nvGrpSpPr>
        <p:grpSpPr>
          <a:xfrm>
            <a:off x="-1102387" y="121406"/>
            <a:ext cx="1868547" cy="2118819"/>
            <a:chOff x="-1102387" y="121406"/>
            <a:chExt cx="1868547" cy="2118819"/>
          </a:xfrm>
        </p:grpSpPr>
        <p:pic>
          <p:nvPicPr>
            <p:cNvPr id="492" name="Google Shape;492;p29"/>
            <p:cNvPicPr preferRelativeResize="0"/>
            <p:nvPr/>
          </p:nvPicPr>
          <p:blipFill>
            <a:blip r:embed="rId3">
              <a:alphaModFix/>
            </a:blip>
            <a:stretch>
              <a:fillRect/>
            </a:stretch>
          </p:blipFill>
          <p:spPr>
            <a:xfrm>
              <a:off x="-794350" y="441550"/>
              <a:ext cx="1560510" cy="1798675"/>
            </a:xfrm>
            <a:prstGeom prst="rect">
              <a:avLst/>
            </a:prstGeom>
            <a:noFill/>
            <a:ln>
              <a:noFill/>
            </a:ln>
          </p:spPr>
        </p:pic>
        <p:pic>
          <p:nvPicPr>
            <p:cNvPr id="493" name="Google Shape;493;p29"/>
            <p:cNvPicPr preferRelativeResize="0"/>
            <p:nvPr/>
          </p:nvPicPr>
          <p:blipFill>
            <a:blip r:embed="rId4">
              <a:alphaModFix/>
            </a:blip>
            <a:stretch>
              <a:fillRect/>
            </a:stretch>
          </p:blipFill>
          <p:spPr>
            <a:xfrm>
              <a:off x="-1102387" y="121406"/>
              <a:ext cx="1719374" cy="1981768"/>
            </a:xfrm>
            <a:prstGeom prst="rect">
              <a:avLst/>
            </a:prstGeom>
            <a:noFill/>
            <a:ln>
              <a:noFill/>
            </a:ln>
          </p:spPr>
        </p:pic>
        <p:pic>
          <p:nvPicPr>
            <p:cNvPr id="494" name="Google Shape;494;p29"/>
            <p:cNvPicPr preferRelativeResize="0"/>
            <p:nvPr/>
          </p:nvPicPr>
          <p:blipFill>
            <a:blip r:embed="rId5">
              <a:alphaModFix/>
            </a:blip>
            <a:stretch>
              <a:fillRect/>
            </a:stretch>
          </p:blipFill>
          <p:spPr>
            <a:xfrm>
              <a:off x="22245" y="1469630"/>
              <a:ext cx="538674" cy="552476"/>
            </a:xfrm>
            <a:prstGeom prst="rect">
              <a:avLst/>
            </a:prstGeom>
            <a:noFill/>
            <a:ln>
              <a:noFill/>
            </a:ln>
          </p:spPr>
        </p:pic>
      </p:grpSp>
      <p:pic>
        <p:nvPicPr>
          <p:cNvPr id="495" name="Google Shape;495;p29"/>
          <p:cNvPicPr preferRelativeResize="0"/>
          <p:nvPr/>
        </p:nvPicPr>
        <p:blipFill rotWithShape="1">
          <a:blip r:embed="rId6">
            <a:alphaModFix/>
          </a:blip>
          <a:srcRect b="0" l="49481" r="49482" t="0"/>
          <a:stretch/>
        </p:blipFill>
        <p:spPr>
          <a:xfrm>
            <a:off x="252752" y="2703000"/>
            <a:ext cx="77649" cy="5567477"/>
          </a:xfrm>
          <a:prstGeom prst="rect">
            <a:avLst/>
          </a:prstGeom>
          <a:noFill/>
          <a:ln>
            <a:noFill/>
          </a:ln>
        </p:spPr>
      </p:pic>
      <p:pic>
        <p:nvPicPr>
          <p:cNvPr id="496" name="Google Shape;496;p29"/>
          <p:cNvPicPr preferRelativeResize="0"/>
          <p:nvPr/>
        </p:nvPicPr>
        <p:blipFill rotWithShape="1">
          <a:blip r:embed="rId6">
            <a:alphaModFix/>
          </a:blip>
          <a:srcRect b="0" l="49481" r="49482" t="0"/>
          <a:stretch/>
        </p:blipFill>
        <p:spPr>
          <a:xfrm rot="-5400000">
            <a:off x="2179156" y="2102300"/>
            <a:ext cx="77649" cy="5567477"/>
          </a:xfrm>
          <a:prstGeom prst="rect">
            <a:avLst/>
          </a:prstGeom>
          <a:noFill/>
          <a:ln>
            <a:noFill/>
          </a:ln>
        </p:spPr>
      </p:pic>
      <p:grpSp>
        <p:nvGrpSpPr>
          <p:cNvPr id="497" name="Google Shape;497;p29"/>
          <p:cNvGrpSpPr/>
          <p:nvPr/>
        </p:nvGrpSpPr>
        <p:grpSpPr>
          <a:xfrm>
            <a:off x="6115567" y="-3024550"/>
            <a:ext cx="5567477" cy="5727549"/>
            <a:chOff x="6115567" y="-3024550"/>
            <a:chExt cx="5567477" cy="5727549"/>
          </a:xfrm>
        </p:grpSpPr>
        <p:pic>
          <p:nvPicPr>
            <p:cNvPr id="498" name="Google Shape;498;p29"/>
            <p:cNvPicPr preferRelativeResize="0"/>
            <p:nvPr/>
          </p:nvPicPr>
          <p:blipFill>
            <a:blip r:embed="rId3">
              <a:alphaModFix/>
            </a:blip>
            <a:stretch>
              <a:fillRect/>
            </a:stretch>
          </p:blipFill>
          <p:spPr>
            <a:xfrm>
              <a:off x="8108400" y="-951824"/>
              <a:ext cx="1719374" cy="1981768"/>
            </a:xfrm>
            <a:prstGeom prst="rect">
              <a:avLst/>
            </a:prstGeom>
            <a:noFill/>
            <a:ln>
              <a:noFill/>
            </a:ln>
          </p:spPr>
        </p:pic>
        <p:pic>
          <p:nvPicPr>
            <p:cNvPr id="499" name="Google Shape;499;p29"/>
            <p:cNvPicPr preferRelativeResize="0"/>
            <p:nvPr/>
          </p:nvPicPr>
          <p:blipFill>
            <a:blip r:embed="rId4">
              <a:alphaModFix/>
            </a:blip>
            <a:stretch>
              <a:fillRect/>
            </a:stretch>
          </p:blipFill>
          <p:spPr>
            <a:xfrm>
              <a:off x="7958163" y="-1180419"/>
              <a:ext cx="1719374" cy="1981768"/>
            </a:xfrm>
            <a:prstGeom prst="rect">
              <a:avLst/>
            </a:prstGeom>
            <a:noFill/>
            <a:ln>
              <a:noFill/>
            </a:ln>
          </p:spPr>
        </p:pic>
        <p:pic>
          <p:nvPicPr>
            <p:cNvPr id="500" name="Google Shape;500;p29"/>
            <p:cNvPicPr preferRelativeResize="0"/>
            <p:nvPr/>
          </p:nvPicPr>
          <p:blipFill>
            <a:blip r:embed="rId7">
              <a:alphaModFix/>
            </a:blip>
            <a:stretch>
              <a:fillRect/>
            </a:stretch>
          </p:blipFill>
          <p:spPr>
            <a:xfrm>
              <a:off x="7755551" y="-12"/>
              <a:ext cx="538674" cy="552474"/>
            </a:xfrm>
            <a:prstGeom prst="rect">
              <a:avLst/>
            </a:prstGeom>
            <a:noFill/>
            <a:ln>
              <a:noFill/>
            </a:ln>
          </p:spPr>
        </p:pic>
        <p:pic>
          <p:nvPicPr>
            <p:cNvPr id="501" name="Google Shape;501;p29"/>
            <p:cNvPicPr preferRelativeResize="0"/>
            <p:nvPr/>
          </p:nvPicPr>
          <p:blipFill rotWithShape="1">
            <a:blip r:embed="rId6">
              <a:alphaModFix/>
            </a:blip>
            <a:srcRect b="0" l="49481" r="49482" t="0"/>
            <a:stretch/>
          </p:blipFill>
          <p:spPr>
            <a:xfrm>
              <a:off x="8860488" y="-3024550"/>
              <a:ext cx="77649" cy="5727549"/>
            </a:xfrm>
            <a:prstGeom prst="rect">
              <a:avLst/>
            </a:prstGeom>
            <a:noFill/>
            <a:ln>
              <a:noFill/>
            </a:ln>
          </p:spPr>
        </p:pic>
        <p:pic>
          <p:nvPicPr>
            <p:cNvPr id="502" name="Google Shape;502;p29"/>
            <p:cNvPicPr preferRelativeResize="0"/>
            <p:nvPr/>
          </p:nvPicPr>
          <p:blipFill rotWithShape="1">
            <a:blip r:embed="rId6">
              <a:alphaModFix/>
            </a:blip>
            <a:srcRect b="0" l="49481" r="49482" t="0"/>
            <a:stretch/>
          </p:blipFill>
          <p:spPr>
            <a:xfrm rot="-5400000">
              <a:off x="8860481" y="-2431262"/>
              <a:ext cx="77649" cy="5567477"/>
            </a:xfrm>
            <a:prstGeom prst="rect">
              <a:avLst/>
            </a:prstGeom>
            <a:noFill/>
            <a:ln>
              <a:noFill/>
            </a:ln>
          </p:spPr>
        </p:pic>
      </p:grpSp>
      <p:grpSp>
        <p:nvGrpSpPr>
          <p:cNvPr id="503" name="Google Shape;503;p29"/>
          <p:cNvGrpSpPr/>
          <p:nvPr/>
        </p:nvGrpSpPr>
        <p:grpSpPr>
          <a:xfrm>
            <a:off x="8481400" y="3500010"/>
            <a:ext cx="1560500" cy="1849115"/>
            <a:chOff x="8481400" y="3500010"/>
            <a:chExt cx="1560500" cy="1849115"/>
          </a:xfrm>
        </p:grpSpPr>
        <p:pic>
          <p:nvPicPr>
            <p:cNvPr id="504" name="Google Shape;504;p29"/>
            <p:cNvPicPr preferRelativeResize="0"/>
            <p:nvPr/>
          </p:nvPicPr>
          <p:blipFill>
            <a:blip r:embed="rId3">
              <a:alphaModFix/>
            </a:blip>
            <a:stretch>
              <a:fillRect/>
            </a:stretch>
          </p:blipFill>
          <p:spPr>
            <a:xfrm>
              <a:off x="8631425" y="3801064"/>
              <a:ext cx="1315225" cy="1515947"/>
            </a:xfrm>
            <a:prstGeom prst="rect">
              <a:avLst/>
            </a:prstGeom>
            <a:noFill/>
            <a:ln>
              <a:noFill/>
            </a:ln>
          </p:spPr>
        </p:pic>
        <p:pic>
          <p:nvPicPr>
            <p:cNvPr id="505" name="Google Shape;505;p29"/>
            <p:cNvPicPr preferRelativeResize="0"/>
            <p:nvPr/>
          </p:nvPicPr>
          <p:blipFill>
            <a:blip r:embed="rId8">
              <a:alphaModFix/>
            </a:blip>
            <a:stretch>
              <a:fillRect/>
            </a:stretch>
          </p:blipFill>
          <p:spPr>
            <a:xfrm>
              <a:off x="8481400" y="3500010"/>
              <a:ext cx="1560500" cy="1849115"/>
            </a:xfrm>
            <a:prstGeom prst="rect">
              <a:avLst/>
            </a:prstGeom>
            <a:noFill/>
            <a:ln>
              <a:noFill/>
            </a:ln>
          </p:spPr>
        </p:pic>
      </p:grpSp>
      <p:sp>
        <p:nvSpPr>
          <p:cNvPr id="506" name="Google Shape;506;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507" name="Google Shape;507;p29"/>
          <p:cNvPicPr preferRelativeResize="0"/>
          <p:nvPr/>
        </p:nvPicPr>
        <p:blipFill>
          <a:blip r:embed="rId9">
            <a:alphaModFix/>
          </a:blip>
          <a:stretch>
            <a:fillRect/>
          </a:stretch>
        </p:blipFill>
        <p:spPr>
          <a:xfrm>
            <a:off x="3020313" y="4609813"/>
            <a:ext cx="538674" cy="55247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08" name="Shape 508"/>
        <p:cNvGrpSpPr/>
        <p:nvPr/>
      </p:nvGrpSpPr>
      <p:grpSpPr>
        <a:xfrm>
          <a:off x="0" y="0"/>
          <a:ext cx="0" cy="0"/>
          <a:chOff x="0" y="0"/>
          <a:chExt cx="0" cy="0"/>
        </a:xfrm>
      </p:grpSpPr>
      <p:pic>
        <p:nvPicPr>
          <p:cNvPr id="509" name="Google Shape;509;p30"/>
          <p:cNvPicPr preferRelativeResize="0"/>
          <p:nvPr/>
        </p:nvPicPr>
        <p:blipFill>
          <a:blip r:embed="rId2">
            <a:alphaModFix/>
          </a:blip>
          <a:stretch>
            <a:fillRect/>
          </a:stretch>
        </p:blipFill>
        <p:spPr>
          <a:xfrm>
            <a:off x="-50" y="-12"/>
            <a:ext cx="9144000" cy="5143500"/>
          </a:xfrm>
          <a:prstGeom prst="rect">
            <a:avLst/>
          </a:prstGeom>
          <a:noFill/>
          <a:ln>
            <a:noFill/>
          </a:ln>
        </p:spPr>
      </p:pic>
      <p:sp>
        <p:nvSpPr>
          <p:cNvPr id="510" name="Google Shape;510;p30"/>
          <p:cNvSpPr txBox="1"/>
          <p:nvPr>
            <p:ph type="title"/>
          </p:nvPr>
        </p:nvSpPr>
        <p:spPr>
          <a:xfrm>
            <a:off x="713225" y="540000"/>
            <a:ext cx="3650700" cy="1058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500"/>
              <a:buNone/>
              <a:defRPr sz="6000"/>
            </a:lvl1pPr>
            <a:lvl2pPr lvl="1" rtl="0">
              <a:lnSpc>
                <a:spcPct val="115000"/>
              </a:lnSpc>
              <a:spcBef>
                <a:spcPts val="0"/>
              </a:spcBef>
              <a:spcAft>
                <a:spcPts val="0"/>
              </a:spcAft>
              <a:buSzPts val="3500"/>
              <a:buNone/>
              <a:defRPr/>
            </a:lvl2pPr>
            <a:lvl3pPr lvl="2" rtl="0">
              <a:lnSpc>
                <a:spcPct val="115000"/>
              </a:lnSpc>
              <a:spcBef>
                <a:spcPts val="0"/>
              </a:spcBef>
              <a:spcAft>
                <a:spcPts val="0"/>
              </a:spcAft>
              <a:buSzPts val="3500"/>
              <a:buNone/>
              <a:defRPr/>
            </a:lvl3pPr>
            <a:lvl4pPr lvl="3" rtl="0">
              <a:lnSpc>
                <a:spcPct val="115000"/>
              </a:lnSpc>
              <a:spcBef>
                <a:spcPts val="0"/>
              </a:spcBef>
              <a:spcAft>
                <a:spcPts val="0"/>
              </a:spcAft>
              <a:buSzPts val="3500"/>
              <a:buNone/>
              <a:defRPr/>
            </a:lvl4pPr>
            <a:lvl5pPr lvl="4" rtl="0">
              <a:lnSpc>
                <a:spcPct val="115000"/>
              </a:lnSpc>
              <a:spcBef>
                <a:spcPts val="0"/>
              </a:spcBef>
              <a:spcAft>
                <a:spcPts val="0"/>
              </a:spcAft>
              <a:buSzPts val="3500"/>
              <a:buNone/>
              <a:defRPr/>
            </a:lvl5pPr>
            <a:lvl6pPr lvl="5" rtl="0">
              <a:lnSpc>
                <a:spcPct val="115000"/>
              </a:lnSpc>
              <a:spcBef>
                <a:spcPts val="0"/>
              </a:spcBef>
              <a:spcAft>
                <a:spcPts val="0"/>
              </a:spcAft>
              <a:buSzPts val="3500"/>
              <a:buNone/>
              <a:defRPr/>
            </a:lvl6pPr>
            <a:lvl7pPr lvl="6" rtl="0">
              <a:lnSpc>
                <a:spcPct val="115000"/>
              </a:lnSpc>
              <a:spcBef>
                <a:spcPts val="0"/>
              </a:spcBef>
              <a:spcAft>
                <a:spcPts val="0"/>
              </a:spcAft>
              <a:buSzPts val="3500"/>
              <a:buNone/>
              <a:defRPr/>
            </a:lvl7pPr>
            <a:lvl8pPr lvl="7" rtl="0">
              <a:lnSpc>
                <a:spcPct val="115000"/>
              </a:lnSpc>
              <a:spcBef>
                <a:spcPts val="0"/>
              </a:spcBef>
              <a:spcAft>
                <a:spcPts val="0"/>
              </a:spcAft>
              <a:buSzPts val="3500"/>
              <a:buNone/>
              <a:defRPr/>
            </a:lvl8pPr>
            <a:lvl9pPr lvl="8" rtl="0">
              <a:lnSpc>
                <a:spcPct val="115000"/>
              </a:lnSpc>
              <a:spcBef>
                <a:spcPts val="0"/>
              </a:spcBef>
              <a:spcAft>
                <a:spcPts val="0"/>
              </a:spcAft>
              <a:buSzPts val="3500"/>
              <a:buNone/>
              <a:defRPr/>
            </a:lvl9pPr>
          </a:lstStyle>
          <a:p/>
        </p:txBody>
      </p:sp>
      <p:sp>
        <p:nvSpPr>
          <p:cNvPr id="511" name="Google Shape;511;p30"/>
          <p:cNvSpPr txBox="1"/>
          <p:nvPr>
            <p:ph idx="1" type="subTitle"/>
          </p:nvPr>
        </p:nvSpPr>
        <p:spPr>
          <a:xfrm>
            <a:off x="789425" y="2342067"/>
            <a:ext cx="3574500" cy="1260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12" name="Google Shape;512;p30"/>
          <p:cNvSpPr txBox="1"/>
          <p:nvPr/>
        </p:nvSpPr>
        <p:spPr>
          <a:xfrm>
            <a:off x="789425" y="3602983"/>
            <a:ext cx="3574500" cy="69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Roboto"/>
                <a:ea typeface="Roboto"/>
                <a:cs typeface="Roboto"/>
                <a:sym typeface="Roboto"/>
              </a:rPr>
              <a:t>CREDITS:</a:t>
            </a:r>
            <a:r>
              <a:rPr lang="en" sz="1000">
                <a:solidFill>
                  <a:schemeClr val="dk1"/>
                </a:solidFill>
                <a:latin typeface="Roboto"/>
                <a:ea typeface="Roboto"/>
                <a:cs typeface="Roboto"/>
                <a:sym typeface="Roboto"/>
              </a:rPr>
              <a:t> This presentation template was created by </a:t>
            </a:r>
            <a:r>
              <a:rPr b="1" lang="en" sz="1000" u="sng">
                <a:solidFill>
                  <a:schemeClr val="hlink"/>
                </a:solidFill>
                <a:latin typeface="Roboto"/>
                <a:ea typeface="Roboto"/>
                <a:cs typeface="Roboto"/>
                <a:sym typeface="Roboto"/>
                <a:hlinkClick r:id="rId3"/>
              </a:rPr>
              <a:t>Slidesgo</a:t>
            </a:r>
            <a:r>
              <a:rPr lang="en" sz="1000">
                <a:solidFill>
                  <a:schemeClr val="dk1"/>
                </a:solidFill>
                <a:latin typeface="Roboto"/>
                <a:ea typeface="Roboto"/>
                <a:cs typeface="Roboto"/>
                <a:sym typeface="Roboto"/>
              </a:rPr>
              <a:t>, and includes icons by </a:t>
            </a:r>
            <a:r>
              <a:rPr b="1" lang="en" sz="1000" u="sng">
                <a:solidFill>
                  <a:schemeClr val="dk1"/>
                </a:solidFill>
                <a:latin typeface="Roboto"/>
                <a:ea typeface="Roboto"/>
                <a:cs typeface="Roboto"/>
                <a:sym typeface="Roboto"/>
                <a:hlinkClick r:id="rId4">
                  <a:extLst>
                    <a:ext uri="{A12FA001-AC4F-418D-AE19-62706E023703}">
                      <ahyp:hlinkClr val="tx"/>
                    </a:ext>
                  </a:extLst>
                </a:hlinkClick>
              </a:rPr>
              <a:t>Flaticon</a:t>
            </a:r>
            <a:r>
              <a:rPr lang="en" sz="1000">
                <a:solidFill>
                  <a:schemeClr val="dk1"/>
                </a:solidFill>
                <a:latin typeface="Roboto"/>
                <a:ea typeface="Roboto"/>
                <a:cs typeface="Roboto"/>
                <a:sym typeface="Roboto"/>
              </a:rPr>
              <a:t>, and infographics &amp; images by </a:t>
            </a:r>
            <a:r>
              <a:rPr b="1" lang="en" sz="1000" u="sng">
                <a:solidFill>
                  <a:schemeClr val="dk1"/>
                </a:solidFill>
                <a:latin typeface="Roboto"/>
                <a:ea typeface="Roboto"/>
                <a:cs typeface="Roboto"/>
                <a:sym typeface="Roboto"/>
                <a:hlinkClick r:id="rId5">
                  <a:extLst>
                    <a:ext uri="{A12FA001-AC4F-418D-AE19-62706E023703}">
                      <ahyp:hlinkClr val="tx"/>
                    </a:ext>
                  </a:extLst>
                </a:hlinkClick>
              </a:rPr>
              <a:t>Freepik</a:t>
            </a:r>
            <a:r>
              <a:rPr lang="en" sz="1000" u="sng">
                <a:solidFill>
                  <a:schemeClr val="dk1"/>
                </a:solidFill>
                <a:latin typeface="Roboto"/>
                <a:ea typeface="Roboto"/>
                <a:cs typeface="Roboto"/>
                <a:sym typeface="Roboto"/>
              </a:rPr>
              <a:t> </a:t>
            </a:r>
            <a:endParaRPr b="1" sz="1000" u="sng">
              <a:solidFill>
                <a:schemeClr val="dk1"/>
              </a:solidFill>
              <a:latin typeface="Roboto"/>
              <a:ea typeface="Roboto"/>
              <a:cs typeface="Roboto"/>
              <a:sym typeface="Roboto"/>
            </a:endParaRPr>
          </a:p>
        </p:txBody>
      </p:sp>
      <p:grpSp>
        <p:nvGrpSpPr>
          <p:cNvPr id="513" name="Google Shape;513;p30"/>
          <p:cNvGrpSpPr/>
          <p:nvPr/>
        </p:nvGrpSpPr>
        <p:grpSpPr>
          <a:xfrm>
            <a:off x="7893732" y="1338797"/>
            <a:ext cx="1739930" cy="1849115"/>
            <a:chOff x="7893732" y="1338797"/>
            <a:chExt cx="1739930" cy="1849115"/>
          </a:xfrm>
        </p:grpSpPr>
        <p:pic>
          <p:nvPicPr>
            <p:cNvPr id="514" name="Google Shape;514;p30"/>
            <p:cNvPicPr preferRelativeResize="0"/>
            <p:nvPr/>
          </p:nvPicPr>
          <p:blipFill>
            <a:blip r:embed="rId6">
              <a:alphaModFix/>
            </a:blip>
            <a:stretch>
              <a:fillRect/>
            </a:stretch>
          </p:blipFill>
          <p:spPr>
            <a:xfrm>
              <a:off x="8223187" y="1639851"/>
              <a:ext cx="1315225" cy="1515947"/>
            </a:xfrm>
            <a:prstGeom prst="rect">
              <a:avLst/>
            </a:prstGeom>
            <a:noFill/>
            <a:ln>
              <a:noFill/>
            </a:ln>
          </p:spPr>
        </p:pic>
        <p:pic>
          <p:nvPicPr>
            <p:cNvPr id="515" name="Google Shape;515;p30"/>
            <p:cNvPicPr preferRelativeResize="0"/>
            <p:nvPr/>
          </p:nvPicPr>
          <p:blipFill>
            <a:blip r:embed="rId7">
              <a:alphaModFix/>
            </a:blip>
            <a:stretch>
              <a:fillRect/>
            </a:stretch>
          </p:blipFill>
          <p:spPr>
            <a:xfrm>
              <a:off x="8073162" y="1338797"/>
              <a:ext cx="1560500" cy="1849115"/>
            </a:xfrm>
            <a:prstGeom prst="rect">
              <a:avLst/>
            </a:prstGeom>
            <a:noFill/>
            <a:ln>
              <a:noFill/>
            </a:ln>
          </p:spPr>
        </p:pic>
        <p:pic>
          <p:nvPicPr>
            <p:cNvPr id="516" name="Google Shape;516;p30"/>
            <p:cNvPicPr preferRelativeResize="0"/>
            <p:nvPr/>
          </p:nvPicPr>
          <p:blipFill>
            <a:blip r:embed="rId8">
              <a:alphaModFix/>
            </a:blip>
            <a:stretch>
              <a:fillRect/>
            </a:stretch>
          </p:blipFill>
          <p:spPr>
            <a:xfrm>
              <a:off x="7893732" y="2384368"/>
              <a:ext cx="538674" cy="552476"/>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17" name="Shape 517"/>
        <p:cNvGrpSpPr/>
        <p:nvPr/>
      </p:nvGrpSpPr>
      <p:grpSpPr>
        <a:xfrm>
          <a:off x="0" y="0"/>
          <a:ext cx="0" cy="0"/>
          <a:chOff x="0" y="0"/>
          <a:chExt cx="0" cy="0"/>
        </a:xfrm>
      </p:grpSpPr>
      <p:pic>
        <p:nvPicPr>
          <p:cNvPr id="518" name="Google Shape;518;p31"/>
          <p:cNvPicPr preferRelativeResize="0"/>
          <p:nvPr/>
        </p:nvPicPr>
        <p:blipFill>
          <a:blip r:embed="rId2">
            <a:alphaModFix/>
          </a:blip>
          <a:stretch>
            <a:fillRect/>
          </a:stretch>
        </p:blipFill>
        <p:spPr>
          <a:xfrm>
            <a:off x="-50" y="-12"/>
            <a:ext cx="9144000" cy="5143500"/>
          </a:xfrm>
          <a:prstGeom prst="rect">
            <a:avLst/>
          </a:prstGeom>
          <a:noFill/>
          <a:ln>
            <a:noFill/>
          </a:ln>
        </p:spPr>
      </p:pic>
      <p:grpSp>
        <p:nvGrpSpPr>
          <p:cNvPr id="519" name="Google Shape;519;p31"/>
          <p:cNvGrpSpPr/>
          <p:nvPr/>
        </p:nvGrpSpPr>
        <p:grpSpPr>
          <a:xfrm>
            <a:off x="-788162" y="-1060254"/>
            <a:ext cx="2501199" cy="3484460"/>
            <a:chOff x="-788162" y="-1060254"/>
            <a:chExt cx="2501199" cy="3484460"/>
          </a:xfrm>
        </p:grpSpPr>
        <p:pic>
          <p:nvPicPr>
            <p:cNvPr id="520" name="Google Shape;520;p31"/>
            <p:cNvPicPr preferRelativeResize="0"/>
            <p:nvPr/>
          </p:nvPicPr>
          <p:blipFill>
            <a:blip r:embed="rId3">
              <a:alphaModFix/>
            </a:blip>
            <a:stretch>
              <a:fillRect/>
            </a:stretch>
          </p:blipFill>
          <p:spPr>
            <a:xfrm>
              <a:off x="524257" y="-806517"/>
              <a:ext cx="1108501" cy="1277681"/>
            </a:xfrm>
            <a:prstGeom prst="rect">
              <a:avLst/>
            </a:prstGeom>
            <a:noFill/>
            <a:ln>
              <a:noFill/>
            </a:ln>
          </p:spPr>
        </p:pic>
        <p:pic>
          <p:nvPicPr>
            <p:cNvPr id="521" name="Google Shape;521;p31"/>
            <p:cNvPicPr preferRelativeResize="0"/>
            <p:nvPr/>
          </p:nvPicPr>
          <p:blipFill>
            <a:blip r:embed="rId4">
              <a:alphaModFix/>
            </a:blip>
            <a:stretch>
              <a:fillRect/>
            </a:stretch>
          </p:blipFill>
          <p:spPr>
            <a:xfrm>
              <a:off x="397812" y="-1060254"/>
              <a:ext cx="1315225" cy="1558485"/>
            </a:xfrm>
            <a:prstGeom prst="rect">
              <a:avLst/>
            </a:prstGeom>
            <a:noFill/>
            <a:ln>
              <a:noFill/>
            </a:ln>
          </p:spPr>
        </p:pic>
        <p:pic>
          <p:nvPicPr>
            <p:cNvPr id="522" name="Google Shape;522;p31"/>
            <p:cNvPicPr preferRelativeResize="0"/>
            <p:nvPr/>
          </p:nvPicPr>
          <p:blipFill>
            <a:blip r:embed="rId3">
              <a:alphaModFix/>
            </a:blip>
            <a:stretch>
              <a:fillRect/>
            </a:stretch>
          </p:blipFill>
          <p:spPr>
            <a:xfrm>
              <a:off x="-637925" y="442439"/>
              <a:ext cx="1719374" cy="1981768"/>
            </a:xfrm>
            <a:prstGeom prst="rect">
              <a:avLst/>
            </a:prstGeom>
            <a:noFill/>
            <a:ln>
              <a:noFill/>
            </a:ln>
          </p:spPr>
        </p:pic>
        <p:pic>
          <p:nvPicPr>
            <p:cNvPr id="523" name="Google Shape;523;p31"/>
            <p:cNvPicPr preferRelativeResize="0"/>
            <p:nvPr/>
          </p:nvPicPr>
          <p:blipFill>
            <a:blip r:embed="rId5">
              <a:alphaModFix/>
            </a:blip>
            <a:stretch>
              <a:fillRect/>
            </a:stretch>
          </p:blipFill>
          <p:spPr>
            <a:xfrm>
              <a:off x="-788162" y="213843"/>
              <a:ext cx="1719374" cy="1981768"/>
            </a:xfrm>
            <a:prstGeom prst="rect">
              <a:avLst/>
            </a:prstGeom>
            <a:noFill/>
            <a:ln>
              <a:noFill/>
            </a:ln>
          </p:spPr>
        </p:pic>
        <p:pic>
          <p:nvPicPr>
            <p:cNvPr id="524" name="Google Shape;524;p31"/>
            <p:cNvPicPr preferRelativeResize="0"/>
            <p:nvPr/>
          </p:nvPicPr>
          <p:blipFill>
            <a:blip r:embed="rId6">
              <a:alphaModFix/>
            </a:blip>
            <a:stretch>
              <a:fillRect/>
            </a:stretch>
          </p:blipFill>
          <p:spPr>
            <a:xfrm>
              <a:off x="761957" y="291080"/>
              <a:ext cx="538674" cy="552476"/>
            </a:xfrm>
            <a:prstGeom prst="rect">
              <a:avLst/>
            </a:prstGeom>
            <a:noFill/>
            <a:ln>
              <a:noFill/>
            </a:ln>
          </p:spPr>
        </p:pic>
        <p:pic>
          <p:nvPicPr>
            <p:cNvPr id="525" name="Google Shape;525;p31"/>
            <p:cNvPicPr preferRelativeResize="0"/>
            <p:nvPr/>
          </p:nvPicPr>
          <p:blipFill rotWithShape="1">
            <a:blip r:embed="rId7">
              <a:alphaModFix/>
            </a:blip>
            <a:srcRect b="0" l="45530" r="45530" t="0"/>
            <a:stretch/>
          </p:blipFill>
          <p:spPr>
            <a:xfrm flipH="1">
              <a:off x="1016462" y="753913"/>
              <a:ext cx="77654" cy="890700"/>
            </a:xfrm>
            <a:prstGeom prst="rect">
              <a:avLst/>
            </a:prstGeom>
            <a:noFill/>
            <a:ln>
              <a:noFill/>
            </a:ln>
          </p:spPr>
        </p:pic>
      </p:grpSp>
      <p:pic>
        <p:nvPicPr>
          <p:cNvPr id="526" name="Google Shape;526;p31"/>
          <p:cNvPicPr preferRelativeResize="0"/>
          <p:nvPr/>
        </p:nvPicPr>
        <p:blipFill rotWithShape="1">
          <a:blip r:embed="rId8">
            <a:alphaModFix/>
          </a:blip>
          <a:srcRect b="0" l="49481" r="49482" t="0"/>
          <a:stretch/>
        </p:blipFill>
        <p:spPr>
          <a:xfrm>
            <a:off x="8634138" y="1357925"/>
            <a:ext cx="77649" cy="5727549"/>
          </a:xfrm>
          <a:prstGeom prst="rect">
            <a:avLst/>
          </a:prstGeom>
          <a:noFill/>
          <a:ln>
            <a:noFill/>
          </a:ln>
        </p:spPr>
      </p:pic>
      <p:pic>
        <p:nvPicPr>
          <p:cNvPr id="527" name="Google Shape;527;p31"/>
          <p:cNvPicPr preferRelativeResize="0"/>
          <p:nvPr/>
        </p:nvPicPr>
        <p:blipFill rotWithShape="1">
          <a:blip r:embed="rId8">
            <a:alphaModFix/>
          </a:blip>
          <a:srcRect b="0" l="49481" r="49482" t="0"/>
          <a:stretch/>
        </p:blipFill>
        <p:spPr>
          <a:xfrm rot="-5400000">
            <a:off x="-1407844" y="1804425"/>
            <a:ext cx="77649" cy="5567477"/>
          </a:xfrm>
          <a:prstGeom prst="rect">
            <a:avLst/>
          </a:prstGeom>
          <a:noFill/>
          <a:ln>
            <a:noFill/>
          </a:ln>
        </p:spPr>
      </p:pic>
      <p:grpSp>
        <p:nvGrpSpPr>
          <p:cNvPr id="528" name="Google Shape;528;p31"/>
          <p:cNvGrpSpPr/>
          <p:nvPr/>
        </p:nvGrpSpPr>
        <p:grpSpPr>
          <a:xfrm>
            <a:off x="7585601" y="-1145028"/>
            <a:ext cx="1872937" cy="1954726"/>
            <a:chOff x="7585601" y="-1145028"/>
            <a:chExt cx="1872937" cy="1954726"/>
          </a:xfrm>
        </p:grpSpPr>
        <p:pic>
          <p:nvPicPr>
            <p:cNvPr id="529" name="Google Shape;529;p31"/>
            <p:cNvPicPr preferRelativeResize="0"/>
            <p:nvPr/>
          </p:nvPicPr>
          <p:blipFill>
            <a:blip r:embed="rId3">
              <a:alphaModFix/>
            </a:blip>
            <a:stretch>
              <a:fillRect/>
            </a:stretch>
          </p:blipFill>
          <p:spPr>
            <a:xfrm>
              <a:off x="8048062" y="-843974"/>
              <a:ext cx="1315225" cy="1515947"/>
            </a:xfrm>
            <a:prstGeom prst="rect">
              <a:avLst/>
            </a:prstGeom>
            <a:noFill/>
            <a:ln>
              <a:noFill/>
            </a:ln>
          </p:spPr>
        </p:pic>
        <p:pic>
          <p:nvPicPr>
            <p:cNvPr id="530" name="Google Shape;530;p31"/>
            <p:cNvPicPr preferRelativeResize="0"/>
            <p:nvPr/>
          </p:nvPicPr>
          <p:blipFill>
            <a:blip r:embed="rId4">
              <a:alphaModFix/>
            </a:blip>
            <a:stretch>
              <a:fillRect/>
            </a:stretch>
          </p:blipFill>
          <p:spPr>
            <a:xfrm>
              <a:off x="7898037" y="-1145028"/>
              <a:ext cx="1560500" cy="1849115"/>
            </a:xfrm>
            <a:prstGeom prst="rect">
              <a:avLst/>
            </a:prstGeom>
            <a:noFill/>
            <a:ln>
              <a:noFill/>
            </a:ln>
          </p:spPr>
        </p:pic>
        <p:pic>
          <p:nvPicPr>
            <p:cNvPr id="531" name="Google Shape;531;p31"/>
            <p:cNvPicPr preferRelativeResize="0"/>
            <p:nvPr/>
          </p:nvPicPr>
          <p:blipFill rotWithShape="1">
            <a:blip r:embed="rId7">
              <a:alphaModFix/>
            </a:blip>
            <a:srcRect b="0" l="45530" r="45530" t="0"/>
            <a:stretch/>
          </p:blipFill>
          <p:spPr>
            <a:xfrm flipH="1">
              <a:off x="8046612" y="-637973"/>
              <a:ext cx="77654" cy="834994"/>
            </a:xfrm>
            <a:prstGeom prst="rect">
              <a:avLst/>
            </a:prstGeom>
            <a:noFill/>
            <a:ln>
              <a:noFill/>
            </a:ln>
          </p:spPr>
        </p:pic>
        <p:pic>
          <p:nvPicPr>
            <p:cNvPr id="532" name="Google Shape;532;p31"/>
            <p:cNvPicPr preferRelativeResize="0"/>
            <p:nvPr/>
          </p:nvPicPr>
          <p:blipFill rotWithShape="1">
            <a:blip r:embed="rId7">
              <a:alphaModFix/>
            </a:blip>
            <a:srcRect b="0" l="45530" r="45530" t="0"/>
            <a:stretch/>
          </p:blipFill>
          <p:spPr>
            <a:xfrm flipH="1" rot="-3600013">
              <a:off x="8229524" y="149828"/>
              <a:ext cx="77654" cy="834994"/>
            </a:xfrm>
            <a:prstGeom prst="rect">
              <a:avLst/>
            </a:prstGeom>
            <a:noFill/>
            <a:ln>
              <a:noFill/>
            </a:ln>
          </p:spPr>
        </p:pic>
        <p:pic>
          <p:nvPicPr>
            <p:cNvPr id="533" name="Google Shape;533;p31"/>
            <p:cNvPicPr preferRelativeResize="0"/>
            <p:nvPr/>
          </p:nvPicPr>
          <p:blipFill>
            <a:blip r:embed="rId9">
              <a:alphaModFix/>
            </a:blip>
            <a:stretch>
              <a:fillRect/>
            </a:stretch>
          </p:blipFill>
          <p:spPr>
            <a:xfrm>
              <a:off x="7585601" y="-12"/>
              <a:ext cx="538674" cy="552474"/>
            </a:xfrm>
            <a:prstGeom prst="rect">
              <a:avLst/>
            </a:prstGeom>
            <a:noFill/>
            <a:ln>
              <a:noFill/>
            </a:ln>
          </p:spPr>
        </p:pic>
      </p:grpSp>
      <p:grpSp>
        <p:nvGrpSpPr>
          <p:cNvPr id="534" name="Google Shape;534;p31"/>
          <p:cNvGrpSpPr/>
          <p:nvPr/>
        </p:nvGrpSpPr>
        <p:grpSpPr>
          <a:xfrm>
            <a:off x="3756163" y="4221713"/>
            <a:ext cx="1965986" cy="2223224"/>
            <a:chOff x="3756163" y="4221713"/>
            <a:chExt cx="1965986" cy="2223224"/>
          </a:xfrm>
        </p:grpSpPr>
        <p:pic>
          <p:nvPicPr>
            <p:cNvPr id="535" name="Google Shape;535;p31"/>
            <p:cNvPicPr preferRelativeResize="0"/>
            <p:nvPr/>
          </p:nvPicPr>
          <p:blipFill>
            <a:blip r:embed="rId3">
              <a:alphaModFix/>
            </a:blip>
            <a:stretch>
              <a:fillRect/>
            </a:stretch>
          </p:blipFill>
          <p:spPr>
            <a:xfrm>
              <a:off x="4064200" y="4646262"/>
              <a:ext cx="1560510" cy="1798675"/>
            </a:xfrm>
            <a:prstGeom prst="rect">
              <a:avLst/>
            </a:prstGeom>
            <a:noFill/>
            <a:ln>
              <a:noFill/>
            </a:ln>
          </p:spPr>
        </p:pic>
        <p:pic>
          <p:nvPicPr>
            <p:cNvPr id="536" name="Google Shape;536;p31"/>
            <p:cNvPicPr preferRelativeResize="0"/>
            <p:nvPr/>
          </p:nvPicPr>
          <p:blipFill>
            <a:blip r:embed="rId5">
              <a:alphaModFix/>
            </a:blip>
            <a:stretch>
              <a:fillRect/>
            </a:stretch>
          </p:blipFill>
          <p:spPr>
            <a:xfrm>
              <a:off x="3756163" y="4326118"/>
              <a:ext cx="1719374" cy="1981768"/>
            </a:xfrm>
            <a:prstGeom prst="rect">
              <a:avLst/>
            </a:prstGeom>
            <a:noFill/>
            <a:ln>
              <a:noFill/>
            </a:ln>
          </p:spPr>
        </p:pic>
        <p:pic>
          <p:nvPicPr>
            <p:cNvPr id="537" name="Google Shape;537;p31"/>
            <p:cNvPicPr preferRelativeResize="0"/>
            <p:nvPr/>
          </p:nvPicPr>
          <p:blipFill rotWithShape="1">
            <a:blip r:embed="rId7">
              <a:alphaModFix/>
            </a:blip>
            <a:srcRect b="0" l="45530" r="45530" t="0"/>
            <a:stretch/>
          </p:blipFill>
          <p:spPr>
            <a:xfrm flipH="1" rot="-3600013">
              <a:off x="5047524" y="4046590"/>
              <a:ext cx="77654" cy="834994"/>
            </a:xfrm>
            <a:prstGeom prst="rect">
              <a:avLst/>
            </a:prstGeom>
            <a:noFill/>
            <a:ln>
              <a:noFill/>
            </a:ln>
          </p:spPr>
        </p:pic>
        <p:pic>
          <p:nvPicPr>
            <p:cNvPr id="538" name="Google Shape;538;p31"/>
            <p:cNvPicPr preferRelativeResize="0"/>
            <p:nvPr/>
          </p:nvPicPr>
          <p:blipFill>
            <a:blip r:embed="rId10">
              <a:alphaModFix/>
            </a:blip>
            <a:stretch>
              <a:fillRect/>
            </a:stretch>
          </p:blipFill>
          <p:spPr>
            <a:xfrm>
              <a:off x="5183475" y="4466600"/>
              <a:ext cx="538674" cy="552474"/>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39" name="Shape 539"/>
        <p:cNvGrpSpPr/>
        <p:nvPr/>
      </p:nvGrpSpPr>
      <p:grpSpPr>
        <a:xfrm>
          <a:off x="0" y="0"/>
          <a:ext cx="0" cy="0"/>
          <a:chOff x="0" y="0"/>
          <a:chExt cx="0" cy="0"/>
        </a:xfrm>
      </p:grpSpPr>
      <p:pic>
        <p:nvPicPr>
          <p:cNvPr id="540" name="Google Shape;540;p32"/>
          <p:cNvPicPr preferRelativeResize="0"/>
          <p:nvPr/>
        </p:nvPicPr>
        <p:blipFill>
          <a:blip r:embed="rId2">
            <a:alphaModFix/>
          </a:blip>
          <a:stretch>
            <a:fillRect/>
          </a:stretch>
        </p:blipFill>
        <p:spPr>
          <a:xfrm>
            <a:off x="-50" y="-12"/>
            <a:ext cx="9144000" cy="5143500"/>
          </a:xfrm>
          <a:prstGeom prst="rect">
            <a:avLst/>
          </a:prstGeom>
          <a:noFill/>
          <a:ln>
            <a:noFill/>
          </a:ln>
        </p:spPr>
      </p:pic>
      <p:grpSp>
        <p:nvGrpSpPr>
          <p:cNvPr id="541" name="Google Shape;541;p32"/>
          <p:cNvGrpSpPr/>
          <p:nvPr/>
        </p:nvGrpSpPr>
        <p:grpSpPr>
          <a:xfrm>
            <a:off x="8071255" y="2724201"/>
            <a:ext cx="5567477" cy="7369448"/>
            <a:chOff x="8071255" y="2724201"/>
            <a:chExt cx="5567477" cy="7369448"/>
          </a:xfrm>
        </p:grpSpPr>
        <p:pic>
          <p:nvPicPr>
            <p:cNvPr id="542" name="Google Shape;542;p32"/>
            <p:cNvPicPr preferRelativeResize="0"/>
            <p:nvPr/>
          </p:nvPicPr>
          <p:blipFill rotWithShape="1">
            <a:blip r:embed="rId3">
              <a:alphaModFix/>
            </a:blip>
            <a:srcRect b="0" l="49481" r="49482" t="0"/>
            <a:stretch/>
          </p:blipFill>
          <p:spPr>
            <a:xfrm>
              <a:off x="8707475" y="4366100"/>
              <a:ext cx="77649" cy="5727549"/>
            </a:xfrm>
            <a:prstGeom prst="rect">
              <a:avLst/>
            </a:prstGeom>
            <a:noFill/>
            <a:ln>
              <a:noFill/>
            </a:ln>
          </p:spPr>
        </p:pic>
        <p:pic>
          <p:nvPicPr>
            <p:cNvPr id="543" name="Google Shape;543;p32"/>
            <p:cNvPicPr preferRelativeResize="0"/>
            <p:nvPr/>
          </p:nvPicPr>
          <p:blipFill rotWithShape="1">
            <a:blip r:embed="rId3">
              <a:alphaModFix/>
            </a:blip>
            <a:srcRect b="0" l="49481" r="49482" t="0"/>
            <a:stretch/>
          </p:blipFill>
          <p:spPr>
            <a:xfrm rot="-5400000">
              <a:off x="10816169" y="-20712"/>
              <a:ext cx="77649" cy="5567477"/>
            </a:xfrm>
            <a:prstGeom prst="rect">
              <a:avLst/>
            </a:prstGeom>
            <a:noFill/>
            <a:ln>
              <a:noFill/>
            </a:ln>
          </p:spPr>
        </p:pic>
      </p:grpSp>
      <p:grpSp>
        <p:nvGrpSpPr>
          <p:cNvPr id="544" name="Google Shape;544;p32"/>
          <p:cNvGrpSpPr/>
          <p:nvPr/>
        </p:nvGrpSpPr>
        <p:grpSpPr>
          <a:xfrm>
            <a:off x="2856517" y="-958869"/>
            <a:ext cx="6775230" cy="2271064"/>
            <a:chOff x="2856517" y="-958869"/>
            <a:chExt cx="6775230" cy="2271064"/>
          </a:xfrm>
        </p:grpSpPr>
        <p:pic>
          <p:nvPicPr>
            <p:cNvPr id="545" name="Google Shape;545;p32"/>
            <p:cNvPicPr preferRelativeResize="0"/>
            <p:nvPr/>
          </p:nvPicPr>
          <p:blipFill>
            <a:blip r:embed="rId4">
              <a:alphaModFix/>
            </a:blip>
            <a:stretch>
              <a:fillRect/>
            </a:stretch>
          </p:blipFill>
          <p:spPr>
            <a:xfrm>
              <a:off x="8071238" y="-638725"/>
              <a:ext cx="1560510" cy="1798675"/>
            </a:xfrm>
            <a:prstGeom prst="rect">
              <a:avLst/>
            </a:prstGeom>
            <a:noFill/>
            <a:ln>
              <a:noFill/>
            </a:ln>
          </p:spPr>
        </p:pic>
        <p:pic>
          <p:nvPicPr>
            <p:cNvPr id="546" name="Google Shape;546;p32"/>
            <p:cNvPicPr preferRelativeResize="0"/>
            <p:nvPr/>
          </p:nvPicPr>
          <p:blipFill>
            <a:blip r:embed="rId5">
              <a:alphaModFix/>
            </a:blip>
            <a:stretch>
              <a:fillRect/>
            </a:stretch>
          </p:blipFill>
          <p:spPr>
            <a:xfrm>
              <a:off x="7763201" y="-958869"/>
              <a:ext cx="1719374" cy="1981768"/>
            </a:xfrm>
            <a:prstGeom prst="rect">
              <a:avLst/>
            </a:prstGeom>
            <a:noFill/>
            <a:ln>
              <a:noFill/>
            </a:ln>
          </p:spPr>
        </p:pic>
        <p:pic>
          <p:nvPicPr>
            <p:cNvPr id="547" name="Google Shape;547;p32"/>
            <p:cNvPicPr preferRelativeResize="0"/>
            <p:nvPr/>
          </p:nvPicPr>
          <p:blipFill>
            <a:blip r:embed="rId6">
              <a:alphaModFix/>
            </a:blip>
            <a:stretch>
              <a:fillRect/>
            </a:stretch>
          </p:blipFill>
          <p:spPr>
            <a:xfrm>
              <a:off x="8334970" y="759718"/>
              <a:ext cx="538674" cy="552476"/>
            </a:xfrm>
            <a:prstGeom prst="rect">
              <a:avLst/>
            </a:prstGeom>
            <a:noFill/>
            <a:ln>
              <a:noFill/>
            </a:ln>
          </p:spPr>
        </p:pic>
        <p:pic>
          <p:nvPicPr>
            <p:cNvPr id="548" name="Google Shape;548;p32"/>
            <p:cNvPicPr preferRelativeResize="0"/>
            <p:nvPr/>
          </p:nvPicPr>
          <p:blipFill rotWithShape="1">
            <a:blip r:embed="rId3">
              <a:alphaModFix/>
            </a:blip>
            <a:srcRect b="0" l="49481" r="49482" t="0"/>
            <a:stretch/>
          </p:blipFill>
          <p:spPr>
            <a:xfrm rot="-5400000">
              <a:off x="5601431" y="-2530250"/>
              <a:ext cx="77649" cy="5567477"/>
            </a:xfrm>
            <a:prstGeom prst="rect">
              <a:avLst/>
            </a:prstGeom>
            <a:noFill/>
            <a:ln>
              <a:noFill/>
            </a:ln>
          </p:spPr>
        </p:pic>
      </p:grpSp>
      <p:grpSp>
        <p:nvGrpSpPr>
          <p:cNvPr id="549" name="Google Shape;549;p32"/>
          <p:cNvGrpSpPr/>
          <p:nvPr/>
        </p:nvGrpSpPr>
        <p:grpSpPr>
          <a:xfrm>
            <a:off x="-1381337" y="718581"/>
            <a:ext cx="2112786" cy="2210363"/>
            <a:chOff x="-1381337" y="718581"/>
            <a:chExt cx="2112786" cy="2210363"/>
          </a:xfrm>
        </p:grpSpPr>
        <p:pic>
          <p:nvPicPr>
            <p:cNvPr id="550" name="Google Shape;550;p32"/>
            <p:cNvPicPr preferRelativeResize="0"/>
            <p:nvPr/>
          </p:nvPicPr>
          <p:blipFill>
            <a:blip r:embed="rId4">
              <a:alphaModFix/>
            </a:blip>
            <a:stretch>
              <a:fillRect/>
            </a:stretch>
          </p:blipFill>
          <p:spPr>
            <a:xfrm>
              <a:off x="-1231100" y="947176"/>
              <a:ext cx="1719374" cy="1981768"/>
            </a:xfrm>
            <a:prstGeom prst="rect">
              <a:avLst/>
            </a:prstGeom>
            <a:noFill/>
            <a:ln>
              <a:noFill/>
            </a:ln>
          </p:spPr>
        </p:pic>
        <p:pic>
          <p:nvPicPr>
            <p:cNvPr id="551" name="Google Shape;551;p32"/>
            <p:cNvPicPr preferRelativeResize="0"/>
            <p:nvPr/>
          </p:nvPicPr>
          <p:blipFill>
            <a:blip r:embed="rId5">
              <a:alphaModFix/>
            </a:blip>
            <a:stretch>
              <a:fillRect/>
            </a:stretch>
          </p:blipFill>
          <p:spPr>
            <a:xfrm>
              <a:off x="-1381337" y="718581"/>
              <a:ext cx="1719374" cy="1981768"/>
            </a:xfrm>
            <a:prstGeom prst="rect">
              <a:avLst/>
            </a:prstGeom>
            <a:noFill/>
            <a:ln>
              <a:noFill/>
            </a:ln>
          </p:spPr>
        </p:pic>
        <p:pic>
          <p:nvPicPr>
            <p:cNvPr id="552" name="Google Shape;552;p32"/>
            <p:cNvPicPr preferRelativeResize="0"/>
            <p:nvPr/>
          </p:nvPicPr>
          <p:blipFill rotWithShape="1">
            <a:blip r:embed="rId7">
              <a:alphaModFix/>
            </a:blip>
            <a:srcRect b="0" l="45530" r="45530" t="0"/>
            <a:stretch/>
          </p:blipFill>
          <p:spPr>
            <a:xfrm flipH="1">
              <a:off x="423287" y="1258650"/>
              <a:ext cx="77654" cy="890700"/>
            </a:xfrm>
            <a:prstGeom prst="rect">
              <a:avLst/>
            </a:prstGeom>
            <a:noFill/>
            <a:ln>
              <a:noFill/>
            </a:ln>
          </p:spPr>
        </p:pic>
        <p:pic>
          <p:nvPicPr>
            <p:cNvPr id="553" name="Google Shape;553;p32"/>
            <p:cNvPicPr preferRelativeResize="0"/>
            <p:nvPr/>
          </p:nvPicPr>
          <p:blipFill>
            <a:blip r:embed="rId8">
              <a:alphaModFix/>
            </a:blip>
            <a:stretch>
              <a:fillRect/>
            </a:stretch>
          </p:blipFill>
          <p:spPr>
            <a:xfrm>
              <a:off x="192775" y="947175"/>
              <a:ext cx="538674" cy="552474"/>
            </a:xfrm>
            <a:prstGeom prst="rect">
              <a:avLst/>
            </a:prstGeom>
            <a:noFill/>
            <a:ln>
              <a:noFill/>
            </a:ln>
          </p:spPr>
        </p:pic>
      </p:grpSp>
      <p:grpSp>
        <p:nvGrpSpPr>
          <p:cNvPr id="554" name="Google Shape;554;p32"/>
          <p:cNvGrpSpPr/>
          <p:nvPr/>
        </p:nvGrpSpPr>
        <p:grpSpPr>
          <a:xfrm>
            <a:off x="-964463" y="3128875"/>
            <a:ext cx="1560500" cy="5567477"/>
            <a:chOff x="-964463" y="3128875"/>
            <a:chExt cx="1560500" cy="5567477"/>
          </a:xfrm>
        </p:grpSpPr>
        <p:pic>
          <p:nvPicPr>
            <p:cNvPr id="555" name="Google Shape;555;p32"/>
            <p:cNvPicPr preferRelativeResize="0"/>
            <p:nvPr/>
          </p:nvPicPr>
          <p:blipFill>
            <a:blip r:embed="rId4">
              <a:alphaModFix/>
            </a:blip>
            <a:stretch>
              <a:fillRect/>
            </a:stretch>
          </p:blipFill>
          <p:spPr>
            <a:xfrm>
              <a:off x="-814438" y="3891751"/>
              <a:ext cx="1315225" cy="1515947"/>
            </a:xfrm>
            <a:prstGeom prst="rect">
              <a:avLst/>
            </a:prstGeom>
            <a:noFill/>
            <a:ln>
              <a:noFill/>
            </a:ln>
          </p:spPr>
        </p:pic>
        <p:pic>
          <p:nvPicPr>
            <p:cNvPr id="556" name="Google Shape;556;p32"/>
            <p:cNvPicPr preferRelativeResize="0"/>
            <p:nvPr/>
          </p:nvPicPr>
          <p:blipFill>
            <a:blip r:embed="rId9">
              <a:alphaModFix/>
            </a:blip>
            <a:stretch>
              <a:fillRect/>
            </a:stretch>
          </p:blipFill>
          <p:spPr>
            <a:xfrm>
              <a:off x="-964463" y="3590697"/>
              <a:ext cx="1560500" cy="1849115"/>
            </a:xfrm>
            <a:prstGeom prst="rect">
              <a:avLst/>
            </a:prstGeom>
            <a:noFill/>
            <a:ln>
              <a:noFill/>
            </a:ln>
          </p:spPr>
        </p:pic>
        <p:pic>
          <p:nvPicPr>
            <p:cNvPr id="557" name="Google Shape;557;p32"/>
            <p:cNvPicPr preferRelativeResize="0"/>
            <p:nvPr/>
          </p:nvPicPr>
          <p:blipFill>
            <a:blip r:embed="rId10">
              <a:alphaModFix/>
            </a:blip>
            <a:stretch>
              <a:fillRect/>
            </a:stretch>
          </p:blipFill>
          <p:spPr>
            <a:xfrm>
              <a:off x="1" y="3556838"/>
              <a:ext cx="538674" cy="552474"/>
            </a:xfrm>
            <a:prstGeom prst="rect">
              <a:avLst/>
            </a:prstGeom>
            <a:noFill/>
            <a:ln>
              <a:noFill/>
            </a:ln>
          </p:spPr>
        </p:pic>
        <p:pic>
          <p:nvPicPr>
            <p:cNvPr id="558" name="Google Shape;558;p32"/>
            <p:cNvPicPr preferRelativeResize="0"/>
            <p:nvPr/>
          </p:nvPicPr>
          <p:blipFill rotWithShape="1">
            <a:blip r:embed="rId3">
              <a:alphaModFix/>
            </a:blip>
            <a:srcRect b="0" l="49481" r="49482" t="0"/>
            <a:stretch/>
          </p:blipFill>
          <p:spPr>
            <a:xfrm>
              <a:off x="232314" y="3128875"/>
              <a:ext cx="77649" cy="55674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1pPr>
            <a:lvl2pPr lvl="1"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2pPr>
            <a:lvl3pPr lvl="2"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3pPr>
            <a:lvl4pPr lvl="3"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4pPr>
            <a:lvl5pPr lvl="4"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5pPr>
            <a:lvl6pPr lvl="5"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6pPr>
            <a:lvl7pPr lvl="6"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7pPr>
            <a:lvl8pPr lvl="7"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8pPr>
            <a:lvl9pPr lvl="8" rtl="0">
              <a:spcBef>
                <a:spcPts val="0"/>
              </a:spcBef>
              <a:spcAft>
                <a:spcPts val="0"/>
              </a:spcAft>
              <a:buClr>
                <a:schemeClr val="dk1"/>
              </a:buClr>
              <a:buSzPts val="3500"/>
              <a:buFont typeface="Bai Jamjuree Medium"/>
              <a:buNone/>
              <a:defRPr sz="3500">
                <a:solidFill>
                  <a:schemeClr val="dk1"/>
                </a:solidFill>
                <a:latin typeface="Bai Jamjuree Medium"/>
                <a:ea typeface="Bai Jamjuree Medium"/>
                <a:cs typeface="Bai Jamjuree Medium"/>
                <a:sym typeface="Bai Jamjuree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9.png"/><Relationship Id="rId10"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8.png"/><Relationship Id="rId10"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 Id="rId10"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8.png"/><Relationship Id="rId10"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 Id="rId10"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www.hoteledisonnyc.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3"/>
          <p:cNvSpPr txBox="1"/>
          <p:nvPr>
            <p:ph type="ctrTitle"/>
          </p:nvPr>
        </p:nvSpPr>
        <p:spPr>
          <a:xfrm>
            <a:off x="-188275" y="612125"/>
            <a:ext cx="9144000" cy="340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Weekly Training 2: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Best Response Guide &amp; Overall Justification</a:t>
            </a:r>
            <a:endParaRPr/>
          </a:p>
        </p:txBody>
      </p:sp>
      <p:grpSp>
        <p:nvGrpSpPr>
          <p:cNvPr id="564" name="Google Shape;564;p33"/>
          <p:cNvGrpSpPr/>
          <p:nvPr/>
        </p:nvGrpSpPr>
        <p:grpSpPr>
          <a:xfrm>
            <a:off x="5233667" y="-202400"/>
            <a:ext cx="7172902" cy="5997901"/>
            <a:chOff x="5233667" y="-202400"/>
            <a:chExt cx="7172902" cy="5997901"/>
          </a:xfrm>
        </p:grpSpPr>
        <p:grpSp>
          <p:nvGrpSpPr>
            <p:cNvPr id="565" name="Google Shape;565;p33"/>
            <p:cNvGrpSpPr/>
            <p:nvPr/>
          </p:nvGrpSpPr>
          <p:grpSpPr>
            <a:xfrm>
              <a:off x="6683151" y="148199"/>
              <a:ext cx="2025548" cy="2061595"/>
              <a:chOff x="6683151" y="148199"/>
              <a:chExt cx="2025548" cy="2061595"/>
            </a:xfrm>
          </p:grpSpPr>
          <p:pic>
            <p:nvPicPr>
              <p:cNvPr id="566" name="Google Shape;566;p33"/>
              <p:cNvPicPr preferRelativeResize="0"/>
              <p:nvPr/>
            </p:nvPicPr>
            <p:blipFill>
              <a:blip r:embed="rId3">
                <a:alphaModFix/>
              </a:blip>
              <a:stretch>
                <a:fillRect/>
              </a:stretch>
            </p:blipFill>
            <p:spPr>
              <a:xfrm>
                <a:off x="6989325" y="228026"/>
                <a:ext cx="1719374" cy="1981768"/>
              </a:xfrm>
              <a:prstGeom prst="rect">
                <a:avLst/>
              </a:prstGeom>
              <a:noFill/>
              <a:ln>
                <a:noFill/>
              </a:ln>
            </p:spPr>
          </p:pic>
          <p:pic>
            <p:nvPicPr>
              <p:cNvPr id="567" name="Google Shape;567;p33"/>
              <p:cNvPicPr preferRelativeResize="0"/>
              <p:nvPr/>
            </p:nvPicPr>
            <p:blipFill rotWithShape="1">
              <a:blip r:embed="rId4">
                <a:alphaModFix/>
              </a:blip>
              <a:srcRect b="0" l="45530" r="45530" t="0"/>
              <a:stretch/>
            </p:blipFill>
            <p:spPr>
              <a:xfrm flipH="1">
                <a:off x="6987874" y="539500"/>
                <a:ext cx="77654" cy="890700"/>
              </a:xfrm>
              <a:prstGeom prst="rect">
                <a:avLst/>
              </a:prstGeom>
              <a:noFill/>
              <a:ln>
                <a:noFill/>
              </a:ln>
            </p:spPr>
          </p:pic>
          <p:pic>
            <p:nvPicPr>
              <p:cNvPr id="568" name="Google Shape;568;p33"/>
              <p:cNvPicPr preferRelativeResize="0"/>
              <p:nvPr/>
            </p:nvPicPr>
            <p:blipFill rotWithShape="1">
              <a:blip r:embed="rId4">
                <a:alphaModFix/>
              </a:blip>
              <a:srcRect b="0" l="45530" r="45530" t="0"/>
              <a:stretch/>
            </p:blipFill>
            <p:spPr>
              <a:xfrm flipH="1" rot="-7199987">
                <a:off x="7330023" y="-26922"/>
                <a:ext cx="77654" cy="834993"/>
              </a:xfrm>
              <a:prstGeom prst="rect">
                <a:avLst/>
              </a:prstGeom>
              <a:noFill/>
              <a:ln>
                <a:noFill/>
              </a:ln>
            </p:spPr>
          </p:pic>
          <p:pic>
            <p:nvPicPr>
              <p:cNvPr id="569" name="Google Shape;569;p33"/>
              <p:cNvPicPr preferRelativeResize="0"/>
              <p:nvPr/>
            </p:nvPicPr>
            <p:blipFill>
              <a:blip r:embed="rId5">
                <a:alphaModFix/>
              </a:blip>
              <a:stretch>
                <a:fillRect/>
              </a:stretch>
            </p:blipFill>
            <p:spPr>
              <a:xfrm>
                <a:off x="6683151" y="263263"/>
                <a:ext cx="538674" cy="552474"/>
              </a:xfrm>
              <a:prstGeom prst="rect">
                <a:avLst/>
              </a:prstGeom>
              <a:noFill/>
              <a:ln>
                <a:noFill/>
              </a:ln>
            </p:spPr>
          </p:pic>
        </p:grpSp>
        <p:grpSp>
          <p:nvGrpSpPr>
            <p:cNvPr id="570" name="Google Shape;570;p33"/>
            <p:cNvGrpSpPr/>
            <p:nvPr/>
          </p:nvGrpSpPr>
          <p:grpSpPr>
            <a:xfrm>
              <a:off x="7759488" y="1646006"/>
              <a:ext cx="1868547" cy="2118819"/>
              <a:chOff x="7759488" y="1646006"/>
              <a:chExt cx="1868547" cy="2118819"/>
            </a:xfrm>
          </p:grpSpPr>
          <p:pic>
            <p:nvPicPr>
              <p:cNvPr id="571" name="Google Shape;571;p33"/>
              <p:cNvPicPr preferRelativeResize="0"/>
              <p:nvPr/>
            </p:nvPicPr>
            <p:blipFill>
              <a:blip r:embed="rId3">
                <a:alphaModFix/>
              </a:blip>
              <a:stretch>
                <a:fillRect/>
              </a:stretch>
            </p:blipFill>
            <p:spPr>
              <a:xfrm>
                <a:off x="8067525" y="1966150"/>
                <a:ext cx="1560510" cy="1798675"/>
              </a:xfrm>
              <a:prstGeom prst="rect">
                <a:avLst/>
              </a:prstGeom>
              <a:noFill/>
              <a:ln>
                <a:noFill/>
              </a:ln>
            </p:spPr>
          </p:pic>
          <p:pic>
            <p:nvPicPr>
              <p:cNvPr id="572" name="Google Shape;572;p33"/>
              <p:cNvPicPr preferRelativeResize="0"/>
              <p:nvPr/>
            </p:nvPicPr>
            <p:blipFill>
              <a:blip r:embed="rId6">
                <a:alphaModFix/>
              </a:blip>
              <a:stretch>
                <a:fillRect/>
              </a:stretch>
            </p:blipFill>
            <p:spPr>
              <a:xfrm>
                <a:off x="7759488" y="1646006"/>
                <a:ext cx="1719374" cy="1981768"/>
              </a:xfrm>
              <a:prstGeom prst="rect">
                <a:avLst/>
              </a:prstGeom>
              <a:noFill/>
              <a:ln>
                <a:noFill/>
              </a:ln>
            </p:spPr>
          </p:pic>
        </p:grpSp>
        <p:pic>
          <p:nvPicPr>
            <p:cNvPr id="573" name="Google Shape;573;p33"/>
            <p:cNvPicPr preferRelativeResize="0"/>
            <p:nvPr/>
          </p:nvPicPr>
          <p:blipFill rotWithShape="1">
            <a:blip r:embed="rId4">
              <a:alphaModFix/>
            </a:blip>
            <a:srcRect b="0" l="45530" r="45530" t="0"/>
            <a:stretch/>
          </p:blipFill>
          <p:spPr>
            <a:xfrm flipH="1" rot="-3599999">
              <a:off x="7185592" y="1561926"/>
              <a:ext cx="77649" cy="752276"/>
            </a:xfrm>
            <a:prstGeom prst="rect">
              <a:avLst/>
            </a:prstGeom>
            <a:noFill/>
            <a:ln>
              <a:noFill/>
            </a:ln>
          </p:spPr>
        </p:pic>
        <p:grpSp>
          <p:nvGrpSpPr>
            <p:cNvPr id="574" name="Google Shape;574;p33"/>
            <p:cNvGrpSpPr/>
            <p:nvPr/>
          </p:nvGrpSpPr>
          <p:grpSpPr>
            <a:xfrm>
              <a:off x="6180712" y="-569"/>
              <a:ext cx="2377749" cy="3407875"/>
              <a:chOff x="6180712" y="-569"/>
              <a:chExt cx="2377749" cy="3407875"/>
            </a:xfrm>
          </p:grpSpPr>
          <p:pic>
            <p:nvPicPr>
              <p:cNvPr id="575" name="Google Shape;575;p33"/>
              <p:cNvPicPr preferRelativeResize="0"/>
              <p:nvPr/>
            </p:nvPicPr>
            <p:blipFill>
              <a:blip r:embed="rId3">
                <a:alphaModFix/>
              </a:blip>
              <a:stretch>
                <a:fillRect/>
              </a:stretch>
            </p:blipFill>
            <p:spPr>
              <a:xfrm>
                <a:off x="6307157" y="2102558"/>
                <a:ext cx="1108501" cy="1277681"/>
              </a:xfrm>
              <a:prstGeom prst="rect">
                <a:avLst/>
              </a:prstGeom>
              <a:noFill/>
              <a:ln>
                <a:noFill/>
              </a:ln>
            </p:spPr>
          </p:pic>
          <p:pic>
            <p:nvPicPr>
              <p:cNvPr id="576" name="Google Shape;576;p33"/>
              <p:cNvPicPr preferRelativeResize="0"/>
              <p:nvPr/>
            </p:nvPicPr>
            <p:blipFill>
              <a:blip r:embed="rId7">
                <a:alphaModFix/>
              </a:blip>
              <a:stretch>
                <a:fillRect/>
              </a:stretch>
            </p:blipFill>
            <p:spPr>
              <a:xfrm>
                <a:off x="6180712" y="1848821"/>
                <a:ext cx="1315225" cy="1558485"/>
              </a:xfrm>
              <a:prstGeom prst="rect">
                <a:avLst/>
              </a:prstGeom>
              <a:noFill/>
              <a:ln>
                <a:noFill/>
              </a:ln>
            </p:spPr>
          </p:pic>
          <p:pic>
            <p:nvPicPr>
              <p:cNvPr id="577" name="Google Shape;577;p33"/>
              <p:cNvPicPr preferRelativeResize="0"/>
              <p:nvPr/>
            </p:nvPicPr>
            <p:blipFill>
              <a:blip r:embed="rId6">
                <a:alphaModFix/>
              </a:blip>
              <a:stretch>
                <a:fillRect/>
              </a:stretch>
            </p:blipFill>
            <p:spPr>
              <a:xfrm>
                <a:off x="6839088" y="-569"/>
                <a:ext cx="1719374" cy="1981768"/>
              </a:xfrm>
              <a:prstGeom prst="rect">
                <a:avLst/>
              </a:prstGeom>
              <a:noFill/>
              <a:ln>
                <a:noFill/>
              </a:ln>
            </p:spPr>
          </p:pic>
          <p:pic>
            <p:nvPicPr>
              <p:cNvPr id="578" name="Google Shape;578;p33"/>
              <p:cNvPicPr preferRelativeResize="0"/>
              <p:nvPr/>
            </p:nvPicPr>
            <p:blipFill rotWithShape="1">
              <a:blip r:embed="rId4">
                <a:alphaModFix/>
              </a:blip>
              <a:srcRect b="0" l="45530" r="45530" t="0"/>
              <a:stretch/>
            </p:blipFill>
            <p:spPr>
              <a:xfrm flipH="1">
                <a:off x="7588901" y="2260750"/>
                <a:ext cx="77649" cy="752276"/>
              </a:xfrm>
              <a:prstGeom prst="rect">
                <a:avLst/>
              </a:prstGeom>
              <a:noFill/>
              <a:ln>
                <a:noFill/>
              </a:ln>
            </p:spPr>
          </p:pic>
          <p:pic>
            <p:nvPicPr>
              <p:cNvPr id="579" name="Google Shape;579;p33"/>
              <p:cNvPicPr preferRelativeResize="0"/>
              <p:nvPr/>
            </p:nvPicPr>
            <p:blipFill>
              <a:blip r:embed="rId8">
                <a:alphaModFix/>
              </a:blip>
              <a:stretch>
                <a:fillRect/>
              </a:stretch>
            </p:blipFill>
            <p:spPr>
              <a:xfrm>
                <a:off x="7221825" y="1903025"/>
                <a:ext cx="538674" cy="552474"/>
              </a:xfrm>
              <a:prstGeom prst="rect">
                <a:avLst/>
              </a:prstGeom>
              <a:noFill/>
              <a:ln>
                <a:noFill/>
              </a:ln>
            </p:spPr>
          </p:pic>
        </p:grpSp>
        <p:grpSp>
          <p:nvGrpSpPr>
            <p:cNvPr id="580" name="Google Shape;580;p33"/>
            <p:cNvGrpSpPr/>
            <p:nvPr/>
          </p:nvGrpSpPr>
          <p:grpSpPr>
            <a:xfrm>
              <a:off x="6764501" y="3243181"/>
              <a:ext cx="2105431" cy="2118801"/>
              <a:chOff x="6764501" y="3243181"/>
              <a:chExt cx="2105431" cy="2118801"/>
            </a:xfrm>
          </p:grpSpPr>
          <p:grpSp>
            <p:nvGrpSpPr>
              <p:cNvPr id="581" name="Google Shape;581;p33"/>
              <p:cNvGrpSpPr/>
              <p:nvPr/>
            </p:nvGrpSpPr>
            <p:grpSpPr>
              <a:xfrm>
                <a:off x="6764501" y="3243181"/>
                <a:ext cx="1868538" cy="2118801"/>
                <a:chOff x="6764501" y="3243181"/>
                <a:chExt cx="1868538" cy="2118801"/>
              </a:xfrm>
            </p:grpSpPr>
            <p:pic>
              <p:nvPicPr>
                <p:cNvPr id="582" name="Google Shape;582;p33"/>
                <p:cNvPicPr preferRelativeResize="0"/>
                <p:nvPr/>
              </p:nvPicPr>
              <p:blipFill>
                <a:blip r:embed="rId3">
                  <a:alphaModFix/>
                </a:blip>
                <a:stretch>
                  <a:fillRect/>
                </a:stretch>
              </p:blipFill>
              <p:spPr>
                <a:xfrm>
                  <a:off x="7072538" y="3563352"/>
                  <a:ext cx="1560501" cy="1798629"/>
                </a:xfrm>
                <a:prstGeom prst="rect">
                  <a:avLst/>
                </a:prstGeom>
                <a:noFill/>
                <a:ln>
                  <a:noFill/>
                </a:ln>
              </p:spPr>
            </p:pic>
            <p:pic>
              <p:nvPicPr>
                <p:cNvPr id="583" name="Google Shape;583;p33"/>
                <p:cNvPicPr preferRelativeResize="0"/>
                <p:nvPr/>
              </p:nvPicPr>
              <p:blipFill>
                <a:blip r:embed="rId6">
                  <a:alphaModFix/>
                </a:blip>
                <a:stretch>
                  <a:fillRect/>
                </a:stretch>
              </p:blipFill>
              <p:spPr>
                <a:xfrm>
                  <a:off x="6764501" y="3243181"/>
                  <a:ext cx="1719374" cy="1981768"/>
                </a:xfrm>
                <a:prstGeom prst="rect">
                  <a:avLst/>
                </a:prstGeom>
                <a:noFill/>
                <a:ln>
                  <a:noFill/>
                </a:ln>
              </p:spPr>
            </p:pic>
            <p:pic>
              <p:nvPicPr>
                <p:cNvPr id="584" name="Google Shape;584;p33"/>
                <p:cNvPicPr preferRelativeResize="0"/>
                <p:nvPr/>
              </p:nvPicPr>
              <p:blipFill rotWithShape="1">
                <a:blip r:embed="rId4">
                  <a:alphaModFix/>
                </a:blip>
                <a:srcRect b="0" l="45530" r="45530" t="0"/>
                <a:stretch/>
              </p:blipFill>
              <p:spPr>
                <a:xfrm flipH="1" rot="3600013">
                  <a:off x="7938798" y="4389489"/>
                  <a:ext cx="77654" cy="834994"/>
                </a:xfrm>
                <a:prstGeom prst="rect">
                  <a:avLst/>
                </a:prstGeom>
                <a:noFill/>
                <a:ln>
                  <a:noFill/>
                </a:ln>
              </p:spPr>
            </p:pic>
          </p:grpSp>
          <p:pic>
            <p:nvPicPr>
              <p:cNvPr id="585" name="Google Shape;585;p33"/>
              <p:cNvPicPr preferRelativeResize="0"/>
              <p:nvPr/>
            </p:nvPicPr>
            <p:blipFill>
              <a:blip r:embed="rId9">
                <a:alphaModFix/>
              </a:blip>
              <a:stretch>
                <a:fillRect/>
              </a:stretch>
            </p:blipFill>
            <p:spPr>
              <a:xfrm>
                <a:off x="8331257" y="3440793"/>
                <a:ext cx="538674" cy="552476"/>
              </a:xfrm>
              <a:prstGeom prst="rect">
                <a:avLst/>
              </a:prstGeom>
              <a:noFill/>
              <a:ln>
                <a:noFill/>
              </a:ln>
            </p:spPr>
          </p:pic>
        </p:grpSp>
        <p:grpSp>
          <p:nvGrpSpPr>
            <p:cNvPr id="586" name="Google Shape;586;p33"/>
            <p:cNvGrpSpPr/>
            <p:nvPr/>
          </p:nvGrpSpPr>
          <p:grpSpPr>
            <a:xfrm>
              <a:off x="5233667" y="-202400"/>
              <a:ext cx="7172902" cy="5997901"/>
              <a:chOff x="5233667" y="-202400"/>
              <a:chExt cx="7172902" cy="5997901"/>
            </a:xfrm>
          </p:grpSpPr>
          <p:grpSp>
            <p:nvGrpSpPr>
              <p:cNvPr id="587" name="Google Shape;587;p33"/>
              <p:cNvGrpSpPr/>
              <p:nvPr/>
            </p:nvGrpSpPr>
            <p:grpSpPr>
              <a:xfrm>
                <a:off x="5233667" y="-202400"/>
                <a:ext cx="7172902" cy="5997901"/>
                <a:chOff x="5233667" y="-202400"/>
                <a:chExt cx="7172902" cy="5997901"/>
              </a:xfrm>
            </p:grpSpPr>
            <p:pic>
              <p:nvPicPr>
                <p:cNvPr id="588" name="Google Shape;588;p33"/>
                <p:cNvPicPr preferRelativeResize="0"/>
                <p:nvPr/>
              </p:nvPicPr>
              <p:blipFill rotWithShape="1">
                <a:blip r:embed="rId10">
                  <a:alphaModFix/>
                </a:blip>
                <a:srcRect b="0" l="49481" r="49482" t="0"/>
                <a:stretch/>
              </p:blipFill>
              <p:spPr>
                <a:xfrm>
                  <a:off x="8500202" y="228025"/>
                  <a:ext cx="77649" cy="5567477"/>
                </a:xfrm>
                <a:prstGeom prst="rect">
                  <a:avLst/>
                </a:prstGeom>
                <a:noFill/>
                <a:ln>
                  <a:noFill/>
                </a:ln>
              </p:spPr>
            </p:pic>
            <p:pic>
              <p:nvPicPr>
                <p:cNvPr id="589" name="Google Shape;589;p33"/>
                <p:cNvPicPr preferRelativeResize="0"/>
                <p:nvPr/>
              </p:nvPicPr>
              <p:blipFill rotWithShape="1">
                <a:blip r:embed="rId10">
                  <a:alphaModFix/>
                </a:blip>
                <a:srcRect b="0" l="49481" r="49482" t="0"/>
                <a:stretch/>
              </p:blipFill>
              <p:spPr>
                <a:xfrm>
                  <a:off x="7434300" y="-202400"/>
                  <a:ext cx="77649" cy="5727549"/>
                </a:xfrm>
                <a:prstGeom prst="rect">
                  <a:avLst/>
                </a:prstGeom>
                <a:noFill/>
                <a:ln>
                  <a:noFill/>
                </a:ln>
              </p:spPr>
            </p:pic>
            <p:pic>
              <p:nvPicPr>
                <p:cNvPr id="590" name="Google Shape;590;p33"/>
                <p:cNvPicPr preferRelativeResize="0"/>
                <p:nvPr/>
              </p:nvPicPr>
              <p:blipFill rotWithShape="1">
                <a:blip r:embed="rId10">
                  <a:alphaModFix/>
                </a:blip>
                <a:srcRect b="0" l="49481" r="49482" t="0"/>
                <a:stretch/>
              </p:blipFill>
              <p:spPr>
                <a:xfrm rot="-5400000">
                  <a:off x="7978581" y="-2244237"/>
                  <a:ext cx="77649" cy="5567477"/>
                </a:xfrm>
                <a:prstGeom prst="rect">
                  <a:avLst/>
                </a:prstGeom>
                <a:noFill/>
                <a:ln>
                  <a:noFill/>
                </a:ln>
              </p:spPr>
            </p:pic>
            <p:pic>
              <p:nvPicPr>
                <p:cNvPr id="591" name="Google Shape;591;p33"/>
                <p:cNvPicPr preferRelativeResize="0"/>
                <p:nvPr/>
              </p:nvPicPr>
              <p:blipFill rotWithShape="1">
                <a:blip r:embed="rId10">
                  <a:alphaModFix/>
                </a:blip>
                <a:srcRect b="0" l="49481" r="49482" t="0"/>
                <a:stretch/>
              </p:blipFill>
              <p:spPr>
                <a:xfrm rot="-5400000">
                  <a:off x="9584006" y="-171550"/>
                  <a:ext cx="77649" cy="5567477"/>
                </a:xfrm>
                <a:prstGeom prst="rect">
                  <a:avLst/>
                </a:prstGeom>
                <a:noFill/>
                <a:ln>
                  <a:noFill/>
                </a:ln>
              </p:spPr>
            </p:pic>
          </p:grpSp>
          <p:pic>
            <p:nvPicPr>
              <p:cNvPr id="592" name="Google Shape;592;p33"/>
              <p:cNvPicPr preferRelativeResize="0"/>
              <p:nvPr/>
            </p:nvPicPr>
            <p:blipFill rotWithShape="1">
              <a:blip r:embed="rId10">
                <a:alphaModFix/>
              </a:blip>
              <a:srcRect b="0" l="49481" r="49482" t="0"/>
              <a:stretch/>
            </p:blipFill>
            <p:spPr>
              <a:xfrm rot="-5400000">
                <a:off x="8580344" y="1878250"/>
                <a:ext cx="77649" cy="5567477"/>
              </a:xfrm>
              <a:prstGeom prst="rect">
                <a:avLst/>
              </a:prstGeom>
              <a:noFill/>
              <a:ln>
                <a:noFill/>
              </a:ln>
            </p:spPr>
          </p:pic>
        </p:grpSp>
      </p:grpSp>
      <p:sp>
        <p:nvSpPr>
          <p:cNvPr id="593" name="Google Shape;593;p33"/>
          <p:cNvSpPr txBox="1"/>
          <p:nvPr>
            <p:ph idx="4294967295" type="title"/>
          </p:nvPr>
        </p:nvSpPr>
        <p:spPr>
          <a:xfrm>
            <a:off x="5233675" y="3722925"/>
            <a:ext cx="3336000" cy="6930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Asha Rebellya Prince</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4"/>
          <p:cNvSpPr txBox="1"/>
          <p:nvPr>
            <p:ph type="title"/>
          </p:nvPr>
        </p:nvSpPr>
        <p:spPr>
          <a:xfrm>
            <a:off x="720000" y="240376"/>
            <a:ext cx="7704000" cy="57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3200"/>
              <a:t>Today’s Training Agenda 📚</a:t>
            </a:r>
            <a:endParaRPr sz="3200"/>
          </a:p>
          <a:p>
            <a:pPr indent="0" lvl="0" marL="0" rtl="0" algn="l">
              <a:spcBef>
                <a:spcPts val="1200"/>
              </a:spcBef>
              <a:spcAft>
                <a:spcPts val="0"/>
              </a:spcAft>
              <a:buNone/>
            </a:pPr>
            <a:r>
              <a:t/>
            </a:r>
            <a:endParaRPr sz="3200"/>
          </a:p>
        </p:txBody>
      </p:sp>
      <p:sp>
        <p:nvSpPr>
          <p:cNvPr id="599" name="Google Shape;599;p34"/>
          <p:cNvSpPr txBox="1"/>
          <p:nvPr/>
        </p:nvSpPr>
        <p:spPr>
          <a:xfrm>
            <a:off x="842789" y="1229764"/>
            <a:ext cx="7704000" cy="3196200"/>
          </a:xfrm>
          <a:prstGeom prst="rect">
            <a:avLst/>
          </a:prstGeom>
          <a:noFill/>
          <a:ln>
            <a:noFill/>
          </a:ln>
        </p:spPr>
        <p:txBody>
          <a:bodyPr anchorCtr="0" anchor="t" bIns="91425" lIns="91425" spcFirstLastPara="1" rIns="0" wrap="square" tIns="91425">
            <a:noAutofit/>
          </a:bodyPr>
          <a:lstStyle/>
          <a:p>
            <a:pPr indent="0" lvl="0" marL="0" rtl="0" algn="l">
              <a:lnSpc>
                <a:spcPct val="115000"/>
              </a:lnSpc>
              <a:spcBef>
                <a:spcPts val="1200"/>
              </a:spcBef>
              <a:spcAft>
                <a:spcPts val="0"/>
              </a:spcAft>
              <a:buNone/>
            </a:pPr>
            <a:r>
              <a:rPr i="1" lang="en" sz="1700">
                <a:solidFill>
                  <a:schemeClr val="dk1"/>
                </a:solidFill>
                <a:latin typeface="Roboto"/>
                <a:ea typeface="Roboto"/>
                <a:cs typeface="Roboto"/>
                <a:sym typeface="Roboto"/>
              </a:rPr>
              <a:t>What We’ll Cover Today:</a:t>
            </a:r>
            <a:endParaRPr i="1" sz="1700">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rPr lang="en" sz="1600">
                <a:solidFill>
                  <a:schemeClr val="dk1"/>
                </a:solidFill>
                <a:latin typeface="Roboto"/>
                <a:ea typeface="Roboto"/>
                <a:cs typeface="Roboto"/>
                <a:sym typeface="Roboto"/>
              </a:rPr>
              <a:t>🏆 Best Response Guide (🚨 –20 Straight Fail)</a:t>
            </a:r>
            <a:endParaRPr sz="1600">
              <a:solidFill>
                <a:schemeClr val="dk1"/>
              </a:solidFill>
              <a:latin typeface="Roboto"/>
              <a:ea typeface="Roboto"/>
              <a:cs typeface="Roboto"/>
              <a:sym typeface="Roboto"/>
            </a:endParaRPr>
          </a:p>
          <a:p>
            <a:pPr indent="-330200" lvl="0" marL="13716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Comparing Response A vs Response B</a:t>
            </a:r>
            <a:endParaRPr sz="1600">
              <a:solidFill>
                <a:schemeClr val="dk1"/>
              </a:solidFill>
              <a:latin typeface="Roboto"/>
              <a:ea typeface="Roboto"/>
              <a:cs typeface="Roboto"/>
              <a:sym typeface="Roboto"/>
            </a:endParaRPr>
          </a:p>
          <a:p>
            <a:pPr indent="-330200" lvl="0" marL="13716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Applying the Golden Rules</a:t>
            </a:r>
            <a:endParaRPr sz="1600">
              <a:solidFill>
                <a:schemeClr val="dk1"/>
              </a:solidFill>
              <a:latin typeface="Roboto"/>
              <a:ea typeface="Roboto"/>
              <a:cs typeface="Roboto"/>
              <a:sym typeface="Roboto"/>
            </a:endParaRPr>
          </a:p>
          <a:p>
            <a:pPr indent="-330200" lvl="0" marL="13716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Choosing the correct winner</a:t>
            </a:r>
            <a:endParaRPr sz="1600">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rPr lang="en" sz="1600">
                <a:solidFill>
                  <a:schemeClr val="dk1"/>
                </a:solidFill>
                <a:latin typeface="Roboto"/>
                <a:ea typeface="Roboto"/>
                <a:cs typeface="Roboto"/>
                <a:sym typeface="Roboto"/>
              </a:rPr>
              <a:t>📝 Writing Overall Justification </a:t>
            </a:r>
            <a:r>
              <a:rPr lang="en" sz="1600">
                <a:solidFill>
                  <a:schemeClr val="dk1"/>
                </a:solidFill>
                <a:latin typeface="Roboto"/>
                <a:ea typeface="Roboto"/>
                <a:cs typeface="Roboto"/>
                <a:sym typeface="Roboto"/>
              </a:rPr>
              <a:t>(🚨 –20 Straight Fail)</a:t>
            </a:r>
            <a:endParaRPr sz="1600">
              <a:solidFill>
                <a:schemeClr val="dk1"/>
              </a:solidFill>
              <a:latin typeface="Roboto"/>
              <a:ea typeface="Roboto"/>
              <a:cs typeface="Roboto"/>
              <a:sym typeface="Roboto"/>
            </a:endParaRPr>
          </a:p>
          <a:p>
            <a:pPr indent="0" lvl="0" marL="457200" rtl="0" algn="l">
              <a:lnSpc>
                <a:spcPct val="115000"/>
              </a:lnSpc>
              <a:spcBef>
                <a:spcPts val="1200"/>
              </a:spcBef>
              <a:spcAft>
                <a:spcPts val="0"/>
              </a:spcAft>
              <a:buNone/>
            </a:pPr>
            <a:r>
              <a:rPr lang="en" sz="1600">
                <a:solidFill>
                  <a:schemeClr val="dk1"/>
                </a:solidFill>
                <a:latin typeface="Roboto"/>
                <a:ea typeface="Roboto"/>
                <a:cs typeface="Roboto"/>
                <a:sym typeface="Roboto"/>
              </a:rPr>
              <a:t>✅ Trainer Self-Audit </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700">
              <a:solidFill>
                <a:schemeClr val="dk1"/>
              </a:solidFill>
              <a:latin typeface="Roboto"/>
              <a:ea typeface="Roboto"/>
              <a:cs typeface="Roboto"/>
              <a:sym typeface="Roboto"/>
            </a:endParaRPr>
          </a:p>
          <a:p>
            <a:pPr indent="0" lvl="0" marL="0" rtl="0" algn="l">
              <a:spcBef>
                <a:spcPts val="120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5"/>
          <p:cNvSpPr txBox="1"/>
          <p:nvPr>
            <p:ph type="title"/>
          </p:nvPr>
        </p:nvSpPr>
        <p:spPr>
          <a:xfrm>
            <a:off x="4387298" y="2339475"/>
            <a:ext cx="4059300" cy="1306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Best Response Guide</a:t>
            </a:r>
            <a:endParaRPr/>
          </a:p>
        </p:txBody>
      </p:sp>
      <p:sp>
        <p:nvSpPr>
          <p:cNvPr id="605" name="Google Shape;605;p35"/>
          <p:cNvSpPr txBox="1"/>
          <p:nvPr>
            <p:ph idx="2" type="title"/>
          </p:nvPr>
        </p:nvSpPr>
        <p:spPr>
          <a:xfrm>
            <a:off x="4387300" y="951638"/>
            <a:ext cx="1194000" cy="110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606" name="Google Shape;606;p35"/>
          <p:cNvGrpSpPr/>
          <p:nvPr/>
        </p:nvGrpSpPr>
        <p:grpSpPr>
          <a:xfrm>
            <a:off x="-2216558" y="-212000"/>
            <a:ext cx="6431614" cy="8212814"/>
            <a:chOff x="-2216558" y="-212000"/>
            <a:chExt cx="6431614" cy="8212814"/>
          </a:xfrm>
        </p:grpSpPr>
        <p:grpSp>
          <p:nvGrpSpPr>
            <p:cNvPr id="607" name="Google Shape;607;p35"/>
            <p:cNvGrpSpPr/>
            <p:nvPr/>
          </p:nvGrpSpPr>
          <p:grpSpPr>
            <a:xfrm>
              <a:off x="415701" y="3490743"/>
              <a:ext cx="2025548" cy="2210363"/>
              <a:chOff x="415701" y="3490743"/>
              <a:chExt cx="2025548" cy="2210363"/>
            </a:xfrm>
          </p:grpSpPr>
          <p:pic>
            <p:nvPicPr>
              <p:cNvPr id="608" name="Google Shape;608;p35"/>
              <p:cNvPicPr preferRelativeResize="0"/>
              <p:nvPr/>
            </p:nvPicPr>
            <p:blipFill>
              <a:blip r:embed="rId3">
                <a:alphaModFix/>
              </a:blip>
              <a:stretch>
                <a:fillRect/>
              </a:stretch>
            </p:blipFill>
            <p:spPr>
              <a:xfrm>
                <a:off x="721875" y="3719339"/>
                <a:ext cx="1719374" cy="1981768"/>
              </a:xfrm>
              <a:prstGeom prst="rect">
                <a:avLst/>
              </a:prstGeom>
              <a:noFill/>
              <a:ln>
                <a:noFill/>
              </a:ln>
            </p:spPr>
          </p:pic>
          <p:pic>
            <p:nvPicPr>
              <p:cNvPr id="609" name="Google Shape;609;p35"/>
              <p:cNvPicPr preferRelativeResize="0"/>
              <p:nvPr/>
            </p:nvPicPr>
            <p:blipFill>
              <a:blip r:embed="rId4">
                <a:alphaModFix/>
              </a:blip>
              <a:stretch>
                <a:fillRect/>
              </a:stretch>
            </p:blipFill>
            <p:spPr>
              <a:xfrm>
                <a:off x="571638" y="3490743"/>
                <a:ext cx="1719374" cy="1981768"/>
              </a:xfrm>
              <a:prstGeom prst="rect">
                <a:avLst/>
              </a:prstGeom>
              <a:noFill/>
              <a:ln>
                <a:noFill/>
              </a:ln>
            </p:spPr>
          </p:pic>
          <p:pic>
            <p:nvPicPr>
              <p:cNvPr id="610" name="Google Shape;610;p35"/>
              <p:cNvPicPr preferRelativeResize="0"/>
              <p:nvPr/>
            </p:nvPicPr>
            <p:blipFill rotWithShape="1">
              <a:blip r:embed="rId5">
                <a:alphaModFix/>
              </a:blip>
              <a:srcRect b="0" l="45530" r="45530" t="0"/>
              <a:stretch/>
            </p:blipFill>
            <p:spPr>
              <a:xfrm flipH="1">
                <a:off x="720424" y="4030813"/>
                <a:ext cx="77654" cy="890700"/>
              </a:xfrm>
              <a:prstGeom prst="rect">
                <a:avLst/>
              </a:prstGeom>
              <a:noFill/>
              <a:ln>
                <a:noFill/>
              </a:ln>
            </p:spPr>
          </p:pic>
          <p:pic>
            <p:nvPicPr>
              <p:cNvPr id="611" name="Google Shape;611;p35"/>
              <p:cNvPicPr preferRelativeResize="0"/>
              <p:nvPr/>
            </p:nvPicPr>
            <p:blipFill rotWithShape="1">
              <a:blip r:embed="rId5">
                <a:alphaModFix/>
              </a:blip>
              <a:srcRect b="0" l="45530" r="45530" t="0"/>
              <a:stretch/>
            </p:blipFill>
            <p:spPr>
              <a:xfrm flipH="1" rot="-7199987">
                <a:off x="1062573" y="3464390"/>
                <a:ext cx="77654" cy="834993"/>
              </a:xfrm>
              <a:prstGeom prst="rect">
                <a:avLst/>
              </a:prstGeom>
              <a:noFill/>
              <a:ln>
                <a:noFill/>
              </a:ln>
            </p:spPr>
          </p:pic>
          <p:pic>
            <p:nvPicPr>
              <p:cNvPr id="612" name="Google Shape;612;p35"/>
              <p:cNvPicPr preferRelativeResize="0"/>
              <p:nvPr/>
            </p:nvPicPr>
            <p:blipFill>
              <a:blip r:embed="rId6">
                <a:alphaModFix/>
              </a:blip>
              <a:stretch>
                <a:fillRect/>
              </a:stretch>
            </p:blipFill>
            <p:spPr>
              <a:xfrm>
                <a:off x="415701" y="3754575"/>
                <a:ext cx="538674" cy="552474"/>
              </a:xfrm>
              <a:prstGeom prst="rect">
                <a:avLst/>
              </a:prstGeom>
              <a:noFill/>
              <a:ln>
                <a:noFill/>
              </a:ln>
            </p:spPr>
          </p:pic>
        </p:grpSp>
        <p:pic>
          <p:nvPicPr>
            <p:cNvPr id="613" name="Google Shape;613;p35"/>
            <p:cNvPicPr preferRelativeResize="0"/>
            <p:nvPr/>
          </p:nvPicPr>
          <p:blipFill rotWithShape="1">
            <a:blip r:embed="rId5">
              <a:alphaModFix/>
            </a:blip>
            <a:srcRect b="0" l="45530" r="45530" t="0"/>
            <a:stretch/>
          </p:blipFill>
          <p:spPr>
            <a:xfrm flipH="1">
              <a:off x="2169099" y="665540"/>
              <a:ext cx="77654" cy="834994"/>
            </a:xfrm>
            <a:prstGeom prst="rect">
              <a:avLst/>
            </a:prstGeom>
            <a:noFill/>
            <a:ln>
              <a:noFill/>
            </a:ln>
          </p:spPr>
        </p:pic>
        <p:grpSp>
          <p:nvGrpSpPr>
            <p:cNvPr id="614" name="Google Shape;614;p35"/>
            <p:cNvGrpSpPr/>
            <p:nvPr/>
          </p:nvGrpSpPr>
          <p:grpSpPr>
            <a:xfrm>
              <a:off x="244126" y="92156"/>
              <a:ext cx="1868538" cy="2118801"/>
              <a:chOff x="244126" y="92156"/>
              <a:chExt cx="1868538" cy="2118801"/>
            </a:xfrm>
          </p:grpSpPr>
          <p:pic>
            <p:nvPicPr>
              <p:cNvPr id="615" name="Google Shape;615;p35"/>
              <p:cNvPicPr preferRelativeResize="0"/>
              <p:nvPr/>
            </p:nvPicPr>
            <p:blipFill>
              <a:blip r:embed="rId3">
                <a:alphaModFix/>
              </a:blip>
              <a:stretch>
                <a:fillRect/>
              </a:stretch>
            </p:blipFill>
            <p:spPr>
              <a:xfrm>
                <a:off x="552163" y="412327"/>
                <a:ext cx="1560501" cy="1798629"/>
              </a:xfrm>
              <a:prstGeom prst="rect">
                <a:avLst/>
              </a:prstGeom>
              <a:noFill/>
              <a:ln>
                <a:noFill/>
              </a:ln>
            </p:spPr>
          </p:pic>
          <p:pic>
            <p:nvPicPr>
              <p:cNvPr id="616" name="Google Shape;616;p35"/>
              <p:cNvPicPr preferRelativeResize="0"/>
              <p:nvPr/>
            </p:nvPicPr>
            <p:blipFill>
              <a:blip r:embed="rId4">
                <a:alphaModFix/>
              </a:blip>
              <a:stretch>
                <a:fillRect/>
              </a:stretch>
            </p:blipFill>
            <p:spPr>
              <a:xfrm>
                <a:off x="244126" y="92156"/>
                <a:ext cx="1719374" cy="1981768"/>
              </a:xfrm>
              <a:prstGeom prst="rect">
                <a:avLst/>
              </a:prstGeom>
              <a:noFill/>
              <a:ln>
                <a:noFill/>
              </a:ln>
            </p:spPr>
          </p:pic>
          <p:pic>
            <p:nvPicPr>
              <p:cNvPr id="617" name="Google Shape;617;p35"/>
              <p:cNvPicPr preferRelativeResize="0"/>
              <p:nvPr/>
            </p:nvPicPr>
            <p:blipFill rotWithShape="1">
              <a:blip r:embed="rId5">
                <a:alphaModFix/>
              </a:blip>
              <a:srcRect b="0" l="45530" r="45530" t="0"/>
              <a:stretch/>
            </p:blipFill>
            <p:spPr>
              <a:xfrm flipH="1" rot="3600013">
                <a:off x="758523" y="67514"/>
                <a:ext cx="77654" cy="834994"/>
              </a:xfrm>
              <a:prstGeom prst="rect">
                <a:avLst/>
              </a:prstGeom>
              <a:noFill/>
              <a:ln>
                <a:noFill/>
              </a:ln>
            </p:spPr>
          </p:pic>
          <p:pic>
            <p:nvPicPr>
              <p:cNvPr id="618" name="Google Shape;618;p35"/>
              <p:cNvPicPr preferRelativeResize="0"/>
              <p:nvPr/>
            </p:nvPicPr>
            <p:blipFill rotWithShape="1">
              <a:blip r:embed="rId5">
                <a:alphaModFix/>
              </a:blip>
              <a:srcRect b="0" l="45530" r="45530" t="0"/>
              <a:stretch/>
            </p:blipFill>
            <p:spPr>
              <a:xfrm flipH="1">
                <a:off x="418099" y="665540"/>
                <a:ext cx="77654" cy="834994"/>
              </a:xfrm>
              <a:prstGeom prst="rect">
                <a:avLst/>
              </a:prstGeom>
              <a:noFill/>
              <a:ln>
                <a:noFill/>
              </a:ln>
            </p:spPr>
          </p:pic>
        </p:grpSp>
        <p:grpSp>
          <p:nvGrpSpPr>
            <p:cNvPr id="619" name="Google Shape;619;p35"/>
            <p:cNvGrpSpPr/>
            <p:nvPr/>
          </p:nvGrpSpPr>
          <p:grpSpPr>
            <a:xfrm>
              <a:off x="1482376" y="1557675"/>
              <a:ext cx="1868538" cy="2358881"/>
              <a:chOff x="1482376" y="1557675"/>
              <a:chExt cx="1868538" cy="2358881"/>
            </a:xfrm>
          </p:grpSpPr>
          <p:pic>
            <p:nvPicPr>
              <p:cNvPr id="620" name="Google Shape;620;p35"/>
              <p:cNvPicPr preferRelativeResize="0"/>
              <p:nvPr/>
            </p:nvPicPr>
            <p:blipFill>
              <a:blip r:embed="rId3">
                <a:alphaModFix/>
              </a:blip>
              <a:stretch>
                <a:fillRect/>
              </a:stretch>
            </p:blipFill>
            <p:spPr>
              <a:xfrm>
                <a:off x="1790413" y="2117927"/>
                <a:ext cx="1560501" cy="1798629"/>
              </a:xfrm>
              <a:prstGeom prst="rect">
                <a:avLst/>
              </a:prstGeom>
              <a:noFill/>
              <a:ln>
                <a:noFill/>
              </a:ln>
            </p:spPr>
          </p:pic>
          <p:pic>
            <p:nvPicPr>
              <p:cNvPr id="621" name="Google Shape;621;p35"/>
              <p:cNvPicPr preferRelativeResize="0"/>
              <p:nvPr/>
            </p:nvPicPr>
            <p:blipFill>
              <a:blip r:embed="rId4">
                <a:alphaModFix/>
              </a:blip>
              <a:stretch>
                <a:fillRect/>
              </a:stretch>
            </p:blipFill>
            <p:spPr>
              <a:xfrm>
                <a:off x="1482376" y="1797756"/>
                <a:ext cx="1719374" cy="1981768"/>
              </a:xfrm>
              <a:prstGeom prst="rect">
                <a:avLst/>
              </a:prstGeom>
              <a:noFill/>
              <a:ln>
                <a:noFill/>
              </a:ln>
            </p:spPr>
          </p:pic>
          <p:pic>
            <p:nvPicPr>
              <p:cNvPr id="622" name="Google Shape;622;p35"/>
              <p:cNvPicPr preferRelativeResize="0"/>
              <p:nvPr/>
            </p:nvPicPr>
            <p:blipFill rotWithShape="1">
              <a:blip r:embed="rId5">
                <a:alphaModFix/>
              </a:blip>
              <a:srcRect b="0" l="45530" r="45530" t="0"/>
              <a:stretch/>
            </p:blipFill>
            <p:spPr>
              <a:xfrm flipH="1" rot="3600013">
                <a:off x="2656673" y="2944064"/>
                <a:ext cx="77654" cy="834994"/>
              </a:xfrm>
              <a:prstGeom prst="rect">
                <a:avLst/>
              </a:prstGeom>
              <a:noFill/>
              <a:ln>
                <a:noFill/>
              </a:ln>
            </p:spPr>
          </p:pic>
          <p:pic>
            <p:nvPicPr>
              <p:cNvPr id="623" name="Google Shape;623;p35"/>
              <p:cNvPicPr preferRelativeResize="0"/>
              <p:nvPr/>
            </p:nvPicPr>
            <p:blipFill>
              <a:blip r:embed="rId7">
                <a:alphaModFix/>
              </a:blip>
              <a:stretch>
                <a:fillRect/>
              </a:stretch>
            </p:blipFill>
            <p:spPr>
              <a:xfrm>
                <a:off x="2072725" y="1557675"/>
                <a:ext cx="538674" cy="552474"/>
              </a:xfrm>
              <a:prstGeom prst="rect">
                <a:avLst/>
              </a:prstGeom>
              <a:noFill/>
              <a:ln>
                <a:noFill/>
              </a:ln>
            </p:spPr>
          </p:pic>
        </p:grpSp>
        <p:grpSp>
          <p:nvGrpSpPr>
            <p:cNvPr id="624" name="Google Shape;624;p35"/>
            <p:cNvGrpSpPr/>
            <p:nvPr/>
          </p:nvGrpSpPr>
          <p:grpSpPr>
            <a:xfrm>
              <a:off x="2687137" y="3563300"/>
              <a:ext cx="1508069" cy="1697568"/>
              <a:chOff x="2687137" y="3563300"/>
              <a:chExt cx="1508069" cy="1697568"/>
            </a:xfrm>
          </p:grpSpPr>
          <p:pic>
            <p:nvPicPr>
              <p:cNvPr id="625" name="Google Shape;625;p35"/>
              <p:cNvPicPr preferRelativeResize="0"/>
              <p:nvPr/>
            </p:nvPicPr>
            <p:blipFill>
              <a:blip r:embed="rId3">
                <a:alphaModFix/>
              </a:blip>
              <a:stretch>
                <a:fillRect/>
              </a:stretch>
            </p:blipFill>
            <p:spPr>
              <a:xfrm>
                <a:off x="2813582" y="3956120"/>
                <a:ext cx="1108501" cy="1277681"/>
              </a:xfrm>
              <a:prstGeom prst="rect">
                <a:avLst/>
              </a:prstGeom>
              <a:noFill/>
              <a:ln>
                <a:noFill/>
              </a:ln>
            </p:spPr>
          </p:pic>
          <p:pic>
            <p:nvPicPr>
              <p:cNvPr id="626" name="Google Shape;626;p35"/>
              <p:cNvPicPr preferRelativeResize="0"/>
              <p:nvPr/>
            </p:nvPicPr>
            <p:blipFill>
              <a:blip r:embed="rId8">
                <a:alphaModFix/>
              </a:blip>
              <a:stretch>
                <a:fillRect/>
              </a:stretch>
            </p:blipFill>
            <p:spPr>
              <a:xfrm>
                <a:off x="2687137" y="3702383"/>
                <a:ext cx="1315225" cy="1558485"/>
              </a:xfrm>
              <a:prstGeom prst="rect">
                <a:avLst/>
              </a:prstGeom>
              <a:noFill/>
              <a:ln>
                <a:noFill/>
              </a:ln>
            </p:spPr>
          </p:pic>
          <p:pic>
            <p:nvPicPr>
              <p:cNvPr id="627" name="Google Shape;627;p35"/>
              <p:cNvPicPr preferRelativeResize="0"/>
              <p:nvPr/>
            </p:nvPicPr>
            <p:blipFill rotWithShape="1">
              <a:blip r:embed="rId5">
                <a:alphaModFix/>
              </a:blip>
              <a:srcRect b="0" l="45530" r="45530" t="0"/>
              <a:stretch/>
            </p:blipFill>
            <p:spPr>
              <a:xfrm flipH="1" rot="-3600013">
                <a:off x="3693086" y="3388177"/>
                <a:ext cx="77654" cy="834994"/>
              </a:xfrm>
              <a:prstGeom prst="rect">
                <a:avLst/>
              </a:prstGeom>
              <a:noFill/>
              <a:ln>
                <a:noFill/>
              </a:ln>
            </p:spPr>
          </p:pic>
          <p:pic>
            <p:nvPicPr>
              <p:cNvPr id="628" name="Google Shape;628;p35"/>
              <p:cNvPicPr preferRelativeResize="0"/>
              <p:nvPr/>
            </p:nvPicPr>
            <p:blipFill>
              <a:blip r:embed="rId9">
                <a:alphaModFix/>
              </a:blip>
              <a:stretch>
                <a:fillRect/>
              </a:stretch>
            </p:blipFill>
            <p:spPr>
              <a:xfrm>
                <a:off x="3656532" y="4591030"/>
                <a:ext cx="538674" cy="552476"/>
              </a:xfrm>
              <a:prstGeom prst="rect">
                <a:avLst/>
              </a:prstGeom>
              <a:noFill/>
              <a:ln>
                <a:noFill/>
              </a:ln>
            </p:spPr>
          </p:pic>
        </p:grpSp>
        <p:grpSp>
          <p:nvGrpSpPr>
            <p:cNvPr id="629" name="Google Shape;629;p35"/>
            <p:cNvGrpSpPr/>
            <p:nvPr/>
          </p:nvGrpSpPr>
          <p:grpSpPr>
            <a:xfrm>
              <a:off x="2341287" y="92150"/>
              <a:ext cx="1315225" cy="1770131"/>
              <a:chOff x="2341287" y="92150"/>
              <a:chExt cx="1315225" cy="1770131"/>
            </a:xfrm>
          </p:grpSpPr>
          <p:pic>
            <p:nvPicPr>
              <p:cNvPr id="630" name="Google Shape;630;p35"/>
              <p:cNvPicPr preferRelativeResize="0"/>
              <p:nvPr/>
            </p:nvPicPr>
            <p:blipFill>
              <a:blip r:embed="rId3">
                <a:alphaModFix/>
              </a:blip>
              <a:stretch>
                <a:fillRect/>
              </a:stretch>
            </p:blipFill>
            <p:spPr>
              <a:xfrm>
                <a:off x="2467732" y="557533"/>
                <a:ext cx="1108501" cy="1277681"/>
              </a:xfrm>
              <a:prstGeom prst="rect">
                <a:avLst/>
              </a:prstGeom>
              <a:noFill/>
              <a:ln>
                <a:noFill/>
              </a:ln>
            </p:spPr>
          </p:pic>
          <p:pic>
            <p:nvPicPr>
              <p:cNvPr id="631" name="Google Shape;631;p35"/>
              <p:cNvPicPr preferRelativeResize="0"/>
              <p:nvPr/>
            </p:nvPicPr>
            <p:blipFill>
              <a:blip r:embed="rId8">
                <a:alphaModFix/>
              </a:blip>
              <a:stretch>
                <a:fillRect/>
              </a:stretch>
            </p:blipFill>
            <p:spPr>
              <a:xfrm>
                <a:off x="2341287" y="303796"/>
                <a:ext cx="1315225" cy="1558485"/>
              </a:xfrm>
              <a:prstGeom prst="rect">
                <a:avLst/>
              </a:prstGeom>
              <a:noFill/>
              <a:ln>
                <a:noFill/>
              </a:ln>
            </p:spPr>
          </p:pic>
          <p:pic>
            <p:nvPicPr>
              <p:cNvPr id="632" name="Google Shape;632;p35"/>
              <p:cNvPicPr preferRelativeResize="0"/>
              <p:nvPr/>
            </p:nvPicPr>
            <p:blipFill>
              <a:blip r:embed="rId6">
                <a:alphaModFix/>
              </a:blip>
              <a:stretch>
                <a:fillRect/>
              </a:stretch>
            </p:blipFill>
            <p:spPr>
              <a:xfrm>
                <a:off x="2729563" y="92150"/>
                <a:ext cx="538674" cy="552474"/>
              </a:xfrm>
              <a:prstGeom prst="rect">
                <a:avLst/>
              </a:prstGeom>
              <a:noFill/>
              <a:ln>
                <a:noFill/>
              </a:ln>
            </p:spPr>
          </p:pic>
        </p:grpSp>
        <p:grpSp>
          <p:nvGrpSpPr>
            <p:cNvPr id="633" name="Google Shape;633;p35"/>
            <p:cNvGrpSpPr/>
            <p:nvPr/>
          </p:nvGrpSpPr>
          <p:grpSpPr>
            <a:xfrm>
              <a:off x="-2216558" y="-212000"/>
              <a:ext cx="6431614" cy="8212814"/>
              <a:chOff x="-2216558" y="-212000"/>
              <a:chExt cx="6431614" cy="8212814"/>
            </a:xfrm>
          </p:grpSpPr>
          <p:pic>
            <p:nvPicPr>
              <p:cNvPr id="634" name="Google Shape;634;p35"/>
              <p:cNvPicPr preferRelativeResize="0"/>
              <p:nvPr/>
            </p:nvPicPr>
            <p:blipFill rotWithShape="1">
              <a:blip r:embed="rId10">
                <a:alphaModFix/>
              </a:blip>
              <a:srcRect b="0" l="49481" r="49482" t="0"/>
              <a:stretch/>
            </p:blipFill>
            <p:spPr>
              <a:xfrm>
                <a:off x="3327669" y="2433338"/>
                <a:ext cx="77649" cy="5567477"/>
              </a:xfrm>
              <a:prstGeom prst="rect">
                <a:avLst/>
              </a:prstGeom>
              <a:noFill/>
              <a:ln>
                <a:noFill/>
              </a:ln>
            </p:spPr>
          </p:pic>
          <p:grpSp>
            <p:nvGrpSpPr>
              <p:cNvPr id="635" name="Google Shape;635;p35"/>
              <p:cNvGrpSpPr/>
              <p:nvPr/>
            </p:nvGrpSpPr>
            <p:grpSpPr>
              <a:xfrm>
                <a:off x="-2216558" y="-212000"/>
                <a:ext cx="6431614" cy="7279989"/>
                <a:chOff x="-2216558" y="-212000"/>
                <a:chExt cx="6431614" cy="7279989"/>
              </a:xfrm>
            </p:grpSpPr>
            <p:grpSp>
              <p:nvGrpSpPr>
                <p:cNvPr id="636" name="Google Shape;636;p35"/>
                <p:cNvGrpSpPr/>
                <p:nvPr/>
              </p:nvGrpSpPr>
              <p:grpSpPr>
                <a:xfrm>
                  <a:off x="-2216558" y="-212000"/>
                  <a:ext cx="5567477" cy="5567477"/>
                  <a:chOff x="-2216558" y="-212000"/>
                  <a:chExt cx="5567477" cy="5567477"/>
                </a:xfrm>
              </p:grpSpPr>
              <p:pic>
                <p:nvPicPr>
                  <p:cNvPr id="637" name="Google Shape;637;p35"/>
                  <p:cNvPicPr preferRelativeResize="0"/>
                  <p:nvPr/>
                </p:nvPicPr>
                <p:blipFill rotWithShape="1">
                  <a:blip r:embed="rId10">
                    <a:alphaModFix/>
                  </a:blip>
                  <a:srcRect b="0" l="49481" r="49482" t="0"/>
                  <a:stretch/>
                </p:blipFill>
                <p:spPr>
                  <a:xfrm>
                    <a:off x="1063294" y="-212000"/>
                    <a:ext cx="77649" cy="5567477"/>
                  </a:xfrm>
                  <a:prstGeom prst="rect">
                    <a:avLst/>
                  </a:prstGeom>
                  <a:noFill/>
                  <a:ln>
                    <a:noFill/>
                  </a:ln>
                </p:spPr>
              </p:pic>
              <p:pic>
                <p:nvPicPr>
                  <p:cNvPr id="638" name="Google Shape;638;p35"/>
                  <p:cNvPicPr preferRelativeResize="0"/>
                  <p:nvPr/>
                </p:nvPicPr>
                <p:blipFill rotWithShape="1">
                  <a:blip r:embed="rId10">
                    <a:alphaModFix/>
                  </a:blip>
                  <a:srcRect b="0" l="49481" r="49482" t="0"/>
                  <a:stretch/>
                </p:blipFill>
                <p:spPr>
                  <a:xfrm rot="-5400000">
                    <a:off x="528356" y="-1711162"/>
                    <a:ext cx="77649" cy="5567477"/>
                  </a:xfrm>
                  <a:prstGeom prst="rect">
                    <a:avLst/>
                  </a:prstGeom>
                  <a:noFill/>
                  <a:ln>
                    <a:noFill/>
                  </a:ln>
                </p:spPr>
              </p:pic>
            </p:grpSp>
            <p:pic>
              <p:nvPicPr>
                <p:cNvPr id="639" name="Google Shape;639;p35"/>
                <p:cNvPicPr preferRelativeResize="0"/>
                <p:nvPr/>
              </p:nvPicPr>
              <p:blipFill rotWithShape="1">
                <a:blip r:embed="rId10">
                  <a:alphaModFix/>
                </a:blip>
                <a:srcRect b="0" l="49481" r="49482" t="0"/>
                <a:stretch/>
              </p:blipFill>
              <p:spPr>
                <a:xfrm>
                  <a:off x="1897719" y="1500513"/>
                  <a:ext cx="77649" cy="5567477"/>
                </a:xfrm>
                <a:prstGeom prst="rect">
                  <a:avLst/>
                </a:prstGeom>
                <a:noFill/>
                <a:ln>
                  <a:noFill/>
                </a:ln>
              </p:spPr>
            </p:pic>
            <p:pic>
              <p:nvPicPr>
                <p:cNvPr id="640" name="Google Shape;640;p35"/>
                <p:cNvPicPr preferRelativeResize="0"/>
                <p:nvPr/>
              </p:nvPicPr>
              <p:blipFill rotWithShape="1">
                <a:blip r:embed="rId10">
                  <a:alphaModFix/>
                </a:blip>
                <a:srcRect b="0" l="49481" r="49482" t="0"/>
                <a:stretch/>
              </p:blipFill>
              <p:spPr>
                <a:xfrm rot="-5400000">
                  <a:off x="1392494" y="457650"/>
                  <a:ext cx="77649" cy="5567477"/>
                </a:xfrm>
                <a:prstGeom prst="rect">
                  <a:avLst/>
                </a:prstGeom>
                <a:noFill/>
                <a:ln>
                  <a:noFill/>
                </a:ln>
              </p:spPr>
            </p:pic>
          </p:gr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 Best Response Guide</a:t>
            </a:r>
            <a:endParaRPr sz="2200"/>
          </a:p>
          <a:p>
            <a:pPr indent="0" lvl="0" marL="0" rtl="0" algn="ctr">
              <a:spcBef>
                <a:spcPts val="0"/>
              </a:spcBef>
              <a:spcAft>
                <a:spcPts val="0"/>
              </a:spcAft>
              <a:buNone/>
            </a:pPr>
            <a:r>
              <a:rPr lang="en" sz="2200"/>
              <a:t>Step 1 – Review the Evidence 🕵️</a:t>
            </a:r>
            <a:endParaRPr sz="2200"/>
          </a:p>
        </p:txBody>
      </p:sp>
      <p:sp>
        <p:nvSpPr>
          <p:cNvPr id="646" name="Google Shape;646;p36"/>
          <p:cNvSpPr txBox="1"/>
          <p:nvPr>
            <p:ph idx="1" type="subTitle"/>
          </p:nvPr>
        </p:nvSpPr>
        <p:spPr>
          <a:xfrm>
            <a:off x="713229" y="2956694"/>
            <a:ext cx="5464500" cy="11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your job is to:</a:t>
            </a:r>
            <a:endParaRPr/>
          </a:p>
          <a:p>
            <a:pPr indent="-317500" lvl="0" marL="457200" rtl="0" algn="l">
              <a:spcBef>
                <a:spcPts val="0"/>
              </a:spcBef>
              <a:spcAft>
                <a:spcPts val="0"/>
              </a:spcAft>
              <a:buSzPts val="1400"/>
              <a:buChar char="●"/>
            </a:pPr>
            <a:r>
              <a:rPr lang="en"/>
              <a:t>Make a final decision. </a:t>
            </a:r>
            <a:endParaRPr b="1"/>
          </a:p>
          <a:p>
            <a:pPr indent="-317500" lvl="0" marL="457200" rtl="0" algn="l">
              <a:spcBef>
                <a:spcPts val="0"/>
              </a:spcBef>
              <a:spcAft>
                <a:spcPts val="0"/>
              </a:spcAft>
              <a:buSzPts val="1400"/>
              <a:buChar char="●"/>
            </a:pPr>
            <a:r>
              <a:rPr lang="en"/>
              <a:t>Defend it clearly</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[NOTE: </a:t>
            </a:r>
            <a:r>
              <a:rPr b="1" lang="en"/>
              <a:t>Your decision is based on performance and not personal preferences!!!]</a:t>
            </a:r>
            <a:endParaRPr b="1"/>
          </a:p>
          <a:p>
            <a:pPr indent="0" lvl="0" marL="0" rtl="0" algn="l">
              <a:spcBef>
                <a:spcPts val="0"/>
              </a:spcBef>
              <a:spcAft>
                <a:spcPts val="0"/>
              </a:spcAft>
              <a:buNone/>
            </a:pPr>
            <a:r>
              <a:t/>
            </a:r>
            <a:endParaRPr/>
          </a:p>
        </p:txBody>
      </p:sp>
      <p:sp>
        <p:nvSpPr>
          <p:cNvPr id="647" name="Google Shape;647;p36"/>
          <p:cNvSpPr txBox="1"/>
          <p:nvPr>
            <p:ph idx="2" type="subTitle"/>
          </p:nvPr>
        </p:nvSpPr>
        <p:spPr>
          <a:xfrm>
            <a:off x="713225" y="1549675"/>
            <a:ext cx="6234000" cy="11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choosing a winner:</a:t>
            </a:r>
            <a:endParaRPr/>
          </a:p>
          <a:p>
            <a:pPr indent="-317500" lvl="0" marL="457200" rtl="0" algn="l">
              <a:spcBef>
                <a:spcPts val="0"/>
              </a:spcBef>
              <a:spcAft>
                <a:spcPts val="0"/>
              </a:spcAft>
              <a:buSzPts val="1400"/>
              <a:buChar char="●"/>
            </a:pPr>
            <a:r>
              <a:rPr lang="en"/>
              <a:t>You should have reviewed both responses</a:t>
            </a:r>
            <a:endParaRPr/>
          </a:p>
          <a:p>
            <a:pPr indent="-317500" lvl="0" marL="457200" rtl="0" algn="l">
              <a:spcBef>
                <a:spcPts val="0"/>
              </a:spcBef>
              <a:spcAft>
                <a:spcPts val="0"/>
              </a:spcAft>
              <a:buSzPts val="1400"/>
              <a:buChar char="●"/>
            </a:pPr>
            <a:r>
              <a:rPr lang="en"/>
              <a:t>You should have answered all required evaluation questions</a:t>
            </a:r>
            <a:endParaRPr/>
          </a:p>
          <a:p>
            <a:pPr indent="-317500" lvl="0" marL="457200" rtl="0" algn="l">
              <a:spcBef>
                <a:spcPts val="0"/>
              </a:spcBef>
              <a:spcAft>
                <a:spcPts val="0"/>
              </a:spcAft>
              <a:buSzPts val="1400"/>
              <a:buChar char="●"/>
            </a:pPr>
            <a:r>
              <a:rPr lang="en"/>
              <a:t>You should have evidence, not opinions. </a:t>
            </a:r>
            <a:endParaRPr b="1"/>
          </a:p>
        </p:txBody>
      </p:sp>
      <p:grpSp>
        <p:nvGrpSpPr>
          <p:cNvPr id="648" name="Google Shape;648;p36"/>
          <p:cNvGrpSpPr/>
          <p:nvPr/>
        </p:nvGrpSpPr>
        <p:grpSpPr>
          <a:xfrm>
            <a:off x="6761280" y="-290198"/>
            <a:ext cx="6359214" cy="5727549"/>
            <a:chOff x="6761280" y="-290198"/>
            <a:chExt cx="6359214" cy="5727549"/>
          </a:xfrm>
        </p:grpSpPr>
        <p:grpSp>
          <p:nvGrpSpPr>
            <p:cNvPr id="649" name="Google Shape;649;p36"/>
            <p:cNvGrpSpPr/>
            <p:nvPr/>
          </p:nvGrpSpPr>
          <p:grpSpPr>
            <a:xfrm>
              <a:off x="7478426" y="-127029"/>
              <a:ext cx="1868538" cy="2118801"/>
              <a:chOff x="7478426" y="-127029"/>
              <a:chExt cx="1868538" cy="2118801"/>
            </a:xfrm>
          </p:grpSpPr>
          <p:pic>
            <p:nvPicPr>
              <p:cNvPr id="650" name="Google Shape;650;p36"/>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651" name="Google Shape;651;p36"/>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652" name="Google Shape;652;p36"/>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653" name="Google Shape;653;p36"/>
            <p:cNvGrpSpPr/>
            <p:nvPr/>
          </p:nvGrpSpPr>
          <p:grpSpPr>
            <a:xfrm>
              <a:off x="7397076" y="3025158"/>
              <a:ext cx="2025548" cy="2210363"/>
              <a:chOff x="7397076" y="3025158"/>
              <a:chExt cx="2025548" cy="2210363"/>
            </a:xfrm>
          </p:grpSpPr>
          <p:pic>
            <p:nvPicPr>
              <p:cNvPr id="654" name="Google Shape;654;p36"/>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655" name="Google Shape;655;p36"/>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656" name="Google Shape;656;p36"/>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657" name="Google Shape;657;p36"/>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658" name="Google Shape;658;p36"/>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659" name="Google Shape;659;p36"/>
            <p:cNvGrpSpPr/>
            <p:nvPr/>
          </p:nvGrpSpPr>
          <p:grpSpPr>
            <a:xfrm>
              <a:off x="6894637" y="1827646"/>
              <a:ext cx="1579787" cy="1690934"/>
              <a:chOff x="6894637" y="1827646"/>
              <a:chExt cx="1579787" cy="1690934"/>
            </a:xfrm>
          </p:grpSpPr>
          <p:pic>
            <p:nvPicPr>
              <p:cNvPr id="660" name="Google Shape;660;p36"/>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661" name="Google Shape;661;p36"/>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662" name="Google Shape;662;p36"/>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663" name="Google Shape;663;p36"/>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664" name="Google Shape;664;p36"/>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665" name="Google Shape;665;p36"/>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666" name="Google Shape;666;p36"/>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667" name="Google Shape;667;p36"/>
            <p:cNvGrpSpPr/>
            <p:nvPr/>
          </p:nvGrpSpPr>
          <p:grpSpPr>
            <a:xfrm>
              <a:off x="6761280" y="-290198"/>
              <a:ext cx="6359214" cy="5727549"/>
              <a:chOff x="6761280" y="-290198"/>
              <a:chExt cx="6359214" cy="5727549"/>
            </a:xfrm>
          </p:grpSpPr>
          <p:pic>
            <p:nvPicPr>
              <p:cNvPr id="668" name="Google Shape;668;p36"/>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669" name="Google Shape;669;p36"/>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670" name="Google Shape;670;p36"/>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Step 2 – Compare Scores Side-by-Side ⚖️</a:t>
            </a:r>
            <a:endParaRPr sz="1900"/>
          </a:p>
        </p:txBody>
      </p:sp>
      <p:sp>
        <p:nvSpPr>
          <p:cNvPr id="676" name="Google Shape;676;p37"/>
          <p:cNvSpPr txBox="1"/>
          <p:nvPr>
            <p:ph idx="1" type="subTitle"/>
          </p:nvPr>
        </p:nvSpPr>
        <p:spPr>
          <a:xfrm>
            <a:off x="1395406" y="3188644"/>
            <a:ext cx="5464500" cy="11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Look for where the differences are, not just totals.</a:t>
            </a:r>
            <a:endParaRPr/>
          </a:p>
        </p:txBody>
      </p:sp>
      <p:grpSp>
        <p:nvGrpSpPr>
          <p:cNvPr id="677" name="Google Shape;677;p37"/>
          <p:cNvGrpSpPr/>
          <p:nvPr/>
        </p:nvGrpSpPr>
        <p:grpSpPr>
          <a:xfrm>
            <a:off x="6761280" y="-290198"/>
            <a:ext cx="6359214" cy="5727549"/>
            <a:chOff x="6761280" y="-290198"/>
            <a:chExt cx="6359214" cy="5727549"/>
          </a:xfrm>
        </p:grpSpPr>
        <p:grpSp>
          <p:nvGrpSpPr>
            <p:cNvPr id="678" name="Google Shape;678;p37"/>
            <p:cNvGrpSpPr/>
            <p:nvPr/>
          </p:nvGrpSpPr>
          <p:grpSpPr>
            <a:xfrm>
              <a:off x="7478426" y="-127029"/>
              <a:ext cx="1868538" cy="2118801"/>
              <a:chOff x="7478426" y="-127029"/>
              <a:chExt cx="1868538" cy="2118801"/>
            </a:xfrm>
          </p:grpSpPr>
          <p:pic>
            <p:nvPicPr>
              <p:cNvPr id="679" name="Google Shape;679;p37"/>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680" name="Google Shape;680;p37"/>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681" name="Google Shape;681;p37"/>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682" name="Google Shape;682;p37"/>
            <p:cNvGrpSpPr/>
            <p:nvPr/>
          </p:nvGrpSpPr>
          <p:grpSpPr>
            <a:xfrm>
              <a:off x="7397076" y="3025158"/>
              <a:ext cx="2025548" cy="2210363"/>
              <a:chOff x="7397076" y="3025158"/>
              <a:chExt cx="2025548" cy="2210363"/>
            </a:xfrm>
          </p:grpSpPr>
          <p:pic>
            <p:nvPicPr>
              <p:cNvPr id="683" name="Google Shape;683;p37"/>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684" name="Google Shape;684;p37"/>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685" name="Google Shape;685;p37"/>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686" name="Google Shape;686;p37"/>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687" name="Google Shape;687;p37"/>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688" name="Google Shape;688;p37"/>
            <p:cNvGrpSpPr/>
            <p:nvPr/>
          </p:nvGrpSpPr>
          <p:grpSpPr>
            <a:xfrm>
              <a:off x="6894637" y="1827646"/>
              <a:ext cx="1579787" cy="1690934"/>
              <a:chOff x="6894637" y="1827646"/>
              <a:chExt cx="1579787" cy="1690934"/>
            </a:xfrm>
          </p:grpSpPr>
          <p:pic>
            <p:nvPicPr>
              <p:cNvPr id="689" name="Google Shape;689;p37"/>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690" name="Google Shape;690;p37"/>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691" name="Google Shape;691;p37"/>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692" name="Google Shape;692;p37"/>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693" name="Google Shape;693;p37"/>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694" name="Google Shape;694;p37"/>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695" name="Google Shape;695;p37"/>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696" name="Google Shape;696;p37"/>
            <p:cNvGrpSpPr/>
            <p:nvPr/>
          </p:nvGrpSpPr>
          <p:grpSpPr>
            <a:xfrm>
              <a:off x="6761280" y="-290198"/>
              <a:ext cx="6359214" cy="5727549"/>
              <a:chOff x="6761280" y="-290198"/>
              <a:chExt cx="6359214" cy="5727549"/>
            </a:xfrm>
          </p:grpSpPr>
          <p:pic>
            <p:nvPicPr>
              <p:cNvPr id="697" name="Google Shape;697;p37"/>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698" name="Google Shape;698;p37"/>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699" name="Google Shape;699;p37"/>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pic>
        <p:nvPicPr>
          <p:cNvPr id="700" name="Google Shape;700;p37"/>
          <p:cNvPicPr preferRelativeResize="0"/>
          <p:nvPr/>
        </p:nvPicPr>
        <p:blipFill>
          <a:blip r:embed="rId10">
            <a:alphaModFix/>
          </a:blip>
          <a:stretch>
            <a:fillRect/>
          </a:stretch>
        </p:blipFill>
        <p:spPr>
          <a:xfrm>
            <a:off x="1389990" y="1276946"/>
            <a:ext cx="6359224" cy="1745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Step 3 – </a:t>
            </a:r>
            <a:r>
              <a:rPr lang="en" sz="2200"/>
              <a:t>👑Apply the Golden Rules</a:t>
            </a:r>
            <a:endParaRPr sz="1900"/>
          </a:p>
        </p:txBody>
      </p:sp>
      <p:sp>
        <p:nvSpPr>
          <p:cNvPr id="706" name="Google Shape;706;p38"/>
          <p:cNvSpPr txBox="1"/>
          <p:nvPr>
            <p:ph idx="1" type="subTitle"/>
          </p:nvPr>
        </p:nvSpPr>
        <p:spPr>
          <a:xfrm>
            <a:off x="1395400" y="1225166"/>
            <a:ext cx="6831600" cy="318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Rule #1: Correctness Is King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Task Completion and Factual Accuracy always come first</a:t>
            </a:r>
            <a:endParaRPr/>
          </a:p>
          <a:p>
            <a:pPr indent="-317500" lvl="0" marL="457200" rtl="0" algn="l">
              <a:spcBef>
                <a:spcPts val="0"/>
              </a:spcBef>
              <a:spcAft>
                <a:spcPts val="0"/>
              </a:spcAft>
              <a:buSzPts val="1400"/>
              <a:buChar char="●"/>
            </a:pPr>
            <a:r>
              <a:rPr lang="en"/>
              <a:t>A response that is incorrect or incomplete cannot win, no matter how polished it looks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Rule #2 – Performance Is the Tie-Breaker</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en"/>
              <a:t>Use AI Performance ONLY when:</a:t>
            </a:r>
            <a:endParaRPr/>
          </a:p>
          <a:p>
            <a:pPr indent="-317500" lvl="0" marL="914400" rtl="0" algn="l">
              <a:spcBef>
                <a:spcPts val="0"/>
              </a:spcBef>
              <a:spcAft>
                <a:spcPts val="0"/>
              </a:spcAft>
              <a:buSzPts val="1400"/>
              <a:buChar char="●"/>
            </a:pPr>
            <a:r>
              <a:rPr lang="en"/>
              <a:t>Task Completion scores are equal</a:t>
            </a:r>
            <a:endParaRPr/>
          </a:p>
          <a:p>
            <a:pPr indent="-317500" lvl="0" marL="914400" rtl="0" algn="l">
              <a:spcBef>
                <a:spcPts val="0"/>
              </a:spcBef>
              <a:spcAft>
                <a:spcPts val="0"/>
              </a:spcAft>
              <a:buSzPts val="1400"/>
              <a:buChar char="●"/>
            </a:pPr>
            <a:r>
              <a:rPr lang="en"/>
              <a:t>Factual Accuracy scores are equal</a:t>
            </a:r>
            <a:endParaRPr/>
          </a:p>
          <a:p>
            <a:pPr indent="0" lvl="0" marL="0" rtl="0" algn="l">
              <a:spcBef>
                <a:spcPts val="0"/>
              </a:spcBef>
              <a:spcAft>
                <a:spcPts val="0"/>
              </a:spcAft>
              <a:buNone/>
            </a:pPr>
            <a:r>
              <a:t/>
            </a:r>
            <a:endParaRPr/>
          </a:p>
        </p:txBody>
      </p:sp>
      <p:grpSp>
        <p:nvGrpSpPr>
          <p:cNvPr id="707" name="Google Shape;707;p38"/>
          <p:cNvGrpSpPr/>
          <p:nvPr/>
        </p:nvGrpSpPr>
        <p:grpSpPr>
          <a:xfrm>
            <a:off x="6761280" y="-290198"/>
            <a:ext cx="6359214" cy="5727549"/>
            <a:chOff x="6761280" y="-290198"/>
            <a:chExt cx="6359214" cy="5727549"/>
          </a:xfrm>
        </p:grpSpPr>
        <p:grpSp>
          <p:nvGrpSpPr>
            <p:cNvPr id="708" name="Google Shape;708;p38"/>
            <p:cNvGrpSpPr/>
            <p:nvPr/>
          </p:nvGrpSpPr>
          <p:grpSpPr>
            <a:xfrm>
              <a:off x="7478426" y="-127029"/>
              <a:ext cx="1868538" cy="2118801"/>
              <a:chOff x="7478426" y="-127029"/>
              <a:chExt cx="1868538" cy="2118801"/>
            </a:xfrm>
          </p:grpSpPr>
          <p:pic>
            <p:nvPicPr>
              <p:cNvPr id="709" name="Google Shape;709;p38"/>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710" name="Google Shape;710;p38"/>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711" name="Google Shape;711;p38"/>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712" name="Google Shape;712;p38"/>
            <p:cNvGrpSpPr/>
            <p:nvPr/>
          </p:nvGrpSpPr>
          <p:grpSpPr>
            <a:xfrm>
              <a:off x="7397076" y="3025158"/>
              <a:ext cx="2025548" cy="2210363"/>
              <a:chOff x="7397076" y="3025158"/>
              <a:chExt cx="2025548" cy="2210363"/>
            </a:xfrm>
          </p:grpSpPr>
          <p:pic>
            <p:nvPicPr>
              <p:cNvPr id="713" name="Google Shape;713;p38"/>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714" name="Google Shape;714;p38"/>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715" name="Google Shape;715;p38"/>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716" name="Google Shape;716;p38"/>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717" name="Google Shape;717;p38"/>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718" name="Google Shape;718;p38"/>
            <p:cNvGrpSpPr/>
            <p:nvPr/>
          </p:nvGrpSpPr>
          <p:grpSpPr>
            <a:xfrm>
              <a:off x="6894637" y="1827646"/>
              <a:ext cx="1579787" cy="1690934"/>
              <a:chOff x="6894637" y="1827646"/>
              <a:chExt cx="1579787" cy="1690934"/>
            </a:xfrm>
          </p:grpSpPr>
          <p:pic>
            <p:nvPicPr>
              <p:cNvPr id="719" name="Google Shape;719;p38"/>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720" name="Google Shape;720;p38"/>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721" name="Google Shape;721;p38"/>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722" name="Google Shape;722;p38"/>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723" name="Google Shape;723;p38"/>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724" name="Google Shape;724;p38"/>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725" name="Google Shape;725;p38"/>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726" name="Google Shape;726;p38"/>
            <p:cNvGrpSpPr/>
            <p:nvPr/>
          </p:nvGrpSpPr>
          <p:grpSpPr>
            <a:xfrm>
              <a:off x="6761280" y="-290198"/>
              <a:ext cx="6359214" cy="5727549"/>
              <a:chOff x="6761280" y="-290198"/>
              <a:chExt cx="6359214" cy="5727549"/>
            </a:xfrm>
          </p:grpSpPr>
          <p:pic>
            <p:nvPicPr>
              <p:cNvPr id="727" name="Google Shape;727;p38"/>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728" name="Google Shape;728;p38"/>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729" name="Google Shape;729;p38"/>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9"/>
          <p:cNvSpPr txBox="1"/>
          <p:nvPr>
            <p:ph type="title"/>
          </p:nvPr>
        </p:nvSpPr>
        <p:spPr>
          <a:xfrm>
            <a:off x="1992024" y="837791"/>
            <a:ext cx="4635000" cy="53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Step 4 – Winner-Selection Scale</a:t>
            </a:r>
            <a:endParaRPr/>
          </a:p>
        </p:txBody>
      </p:sp>
      <p:pic>
        <p:nvPicPr>
          <p:cNvPr id="735" name="Google Shape;735;p39"/>
          <p:cNvPicPr preferRelativeResize="0"/>
          <p:nvPr/>
        </p:nvPicPr>
        <p:blipFill>
          <a:blip r:embed="rId3">
            <a:alphaModFix/>
          </a:blip>
          <a:stretch>
            <a:fillRect/>
          </a:stretch>
        </p:blipFill>
        <p:spPr>
          <a:xfrm>
            <a:off x="300910" y="1915600"/>
            <a:ext cx="8609825" cy="1312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40"/>
          <p:cNvSpPr txBox="1"/>
          <p:nvPr>
            <p:ph type="title"/>
          </p:nvPr>
        </p:nvSpPr>
        <p:spPr>
          <a:xfrm>
            <a:off x="0" y="0"/>
            <a:ext cx="896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🏆When to Pick Each Option</a:t>
            </a:r>
            <a:endParaRPr sz="1900"/>
          </a:p>
        </p:txBody>
      </p:sp>
      <p:pic>
        <p:nvPicPr>
          <p:cNvPr id="741" name="Google Shape;741;p40"/>
          <p:cNvPicPr preferRelativeResize="0"/>
          <p:nvPr/>
        </p:nvPicPr>
        <p:blipFill>
          <a:blip r:embed="rId3">
            <a:alphaModFix/>
          </a:blip>
          <a:stretch>
            <a:fillRect/>
          </a:stretch>
        </p:blipFill>
        <p:spPr>
          <a:xfrm>
            <a:off x="1473715" y="547745"/>
            <a:ext cx="6368186" cy="4554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41"/>
          <p:cNvSpPr txBox="1"/>
          <p:nvPr>
            <p:ph type="title"/>
          </p:nvPr>
        </p:nvSpPr>
        <p:spPr>
          <a:xfrm>
            <a:off x="3975000" y="1650250"/>
            <a:ext cx="4756800" cy="1306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Writing Overall Justification</a:t>
            </a:r>
            <a:endParaRPr/>
          </a:p>
        </p:txBody>
      </p:sp>
      <p:sp>
        <p:nvSpPr>
          <p:cNvPr id="747" name="Google Shape;747;p41"/>
          <p:cNvSpPr txBox="1"/>
          <p:nvPr>
            <p:ph idx="2" type="title"/>
          </p:nvPr>
        </p:nvSpPr>
        <p:spPr>
          <a:xfrm>
            <a:off x="3975000" y="297613"/>
            <a:ext cx="1194000" cy="110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748" name="Google Shape;748;p41"/>
          <p:cNvGrpSpPr/>
          <p:nvPr/>
        </p:nvGrpSpPr>
        <p:grpSpPr>
          <a:xfrm>
            <a:off x="-2216558" y="-212000"/>
            <a:ext cx="6431614" cy="8212814"/>
            <a:chOff x="-2216558" y="-212000"/>
            <a:chExt cx="6431614" cy="8212814"/>
          </a:xfrm>
        </p:grpSpPr>
        <p:grpSp>
          <p:nvGrpSpPr>
            <p:cNvPr id="749" name="Google Shape;749;p41"/>
            <p:cNvGrpSpPr/>
            <p:nvPr/>
          </p:nvGrpSpPr>
          <p:grpSpPr>
            <a:xfrm>
              <a:off x="415701" y="3490743"/>
              <a:ext cx="2025548" cy="2210363"/>
              <a:chOff x="415701" y="3490743"/>
              <a:chExt cx="2025548" cy="2210363"/>
            </a:xfrm>
          </p:grpSpPr>
          <p:pic>
            <p:nvPicPr>
              <p:cNvPr id="750" name="Google Shape;750;p41"/>
              <p:cNvPicPr preferRelativeResize="0"/>
              <p:nvPr/>
            </p:nvPicPr>
            <p:blipFill>
              <a:blip r:embed="rId3">
                <a:alphaModFix/>
              </a:blip>
              <a:stretch>
                <a:fillRect/>
              </a:stretch>
            </p:blipFill>
            <p:spPr>
              <a:xfrm>
                <a:off x="721875" y="3719339"/>
                <a:ext cx="1719374" cy="1981768"/>
              </a:xfrm>
              <a:prstGeom prst="rect">
                <a:avLst/>
              </a:prstGeom>
              <a:noFill/>
              <a:ln>
                <a:noFill/>
              </a:ln>
            </p:spPr>
          </p:pic>
          <p:pic>
            <p:nvPicPr>
              <p:cNvPr id="751" name="Google Shape;751;p41"/>
              <p:cNvPicPr preferRelativeResize="0"/>
              <p:nvPr/>
            </p:nvPicPr>
            <p:blipFill>
              <a:blip r:embed="rId4">
                <a:alphaModFix/>
              </a:blip>
              <a:stretch>
                <a:fillRect/>
              </a:stretch>
            </p:blipFill>
            <p:spPr>
              <a:xfrm>
                <a:off x="571638" y="3490743"/>
                <a:ext cx="1719374" cy="1981768"/>
              </a:xfrm>
              <a:prstGeom prst="rect">
                <a:avLst/>
              </a:prstGeom>
              <a:noFill/>
              <a:ln>
                <a:noFill/>
              </a:ln>
            </p:spPr>
          </p:pic>
          <p:pic>
            <p:nvPicPr>
              <p:cNvPr id="752" name="Google Shape;752;p41"/>
              <p:cNvPicPr preferRelativeResize="0"/>
              <p:nvPr/>
            </p:nvPicPr>
            <p:blipFill rotWithShape="1">
              <a:blip r:embed="rId5">
                <a:alphaModFix/>
              </a:blip>
              <a:srcRect b="0" l="45530" r="45530" t="0"/>
              <a:stretch/>
            </p:blipFill>
            <p:spPr>
              <a:xfrm flipH="1">
                <a:off x="720424" y="4030813"/>
                <a:ext cx="77654" cy="890700"/>
              </a:xfrm>
              <a:prstGeom prst="rect">
                <a:avLst/>
              </a:prstGeom>
              <a:noFill/>
              <a:ln>
                <a:noFill/>
              </a:ln>
            </p:spPr>
          </p:pic>
          <p:pic>
            <p:nvPicPr>
              <p:cNvPr id="753" name="Google Shape;753;p41"/>
              <p:cNvPicPr preferRelativeResize="0"/>
              <p:nvPr/>
            </p:nvPicPr>
            <p:blipFill rotWithShape="1">
              <a:blip r:embed="rId5">
                <a:alphaModFix/>
              </a:blip>
              <a:srcRect b="0" l="45530" r="45530" t="0"/>
              <a:stretch/>
            </p:blipFill>
            <p:spPr>
              <a:xfrm flipH="1" rot="-7199987">
                <a:off x="1062573" y="3464390"/>
                <a:ext cx="77654" cy="834993"/>
              </a:xfrm>
              <a:prstGeom prst="rect">
                <a:avLst/>
              </a:prstGeom>
              <a:noFill/>
              <a:ln>
                <a:noFill/>
              </a:ln>
            </p:spPr>
          </p:pic>
          <p:pic>
            <p:nvPicPr>
              <p:cNvPr id="754" name="Google Shape;754;p41"/>
              <p:cNvPicPr preferRelativeResize="0"/>
              <p:nvPr/>
            </p:nvPicPr>
            <p:blipFill>
              <a:blip r:embed="rId6">
                <a:alphaModFix/>
              </a:blip>
              <a:stretch>
                <a:fillRect/>
              </a:stretch>
            </p:blipFill>
            <p:spPr>
              <a:xfrm>
                <a:off x="415701" y="3754575"/>
                <a:ext cx="538674" cy="552474"/>
              </a:xfrm>
              <a:prstGeom prst="rect">
                <a:avLst/>
              </a:prstGeom>
              <a:noFill/>
              <a:ln>
                <a:noFill/>
              </a:ln>
            </p:spPr>
          </p:pic>
        </p:grpSp>
        <p:pic>
          <p:nvPicPr>
            <p:cNvPr id="755" name="Google Shape;755;p41"/>
            <p:cNvPicPr preferRelativeResize="0"/>
            <p:nvPr/>
          </p:nvPicPr>
          <p:blipFill rotWithShape="1">
            <a:blip r:embed="rId5">
              <a:alphaModFix/>
            </a:blip>
            <a:srcRect b="0" l="45530" r="45530" t="0"/>
            <a:stretch/>
          </p:blipFill>
          <p:spPr>
            <a:xfrm flipH="1">
              <a:off x="2169099" y="665540"/>
              <a:ext cx="77654" cy="834994"/>
            </a:xfrm>
            <a:prstGeom prst="rect">
              <a:avLst/>
            </a:prstGeom>
            <a:noFill/>
            <a:ln>
              <a:noFill/>
            </a:ln>
          </p:spPr>
        </p:pic>
        <p:grpSp>
          <p:nvGrpSpPr>
            <p:cNvPr id="756" name="Google Shape;756;p41"/>
            <p:cNvGrpSpPr/>
            <p:nvPr/>
          </p:nvGrpSpPr>
          <p:grpSpPr>
            <a:xfrm>
              <a:off x="244126" y="92156"/>
              <a:ext cx="1868538" cy="2118801"/>
              <a:chOff x="244126" y="92156"/>
              <a:chExt cx="1868538" cy="2118801"/>
            </a:xfrm>
          </p:grpSpPr>
          <p:pic>
            <p:nvPicPr>
              <p:cNvPr id="757" name="Google Shape;757;p41"/>
              <p:cNvPicPr preferRelativeResize="0"/>
              <p:nvPr/>
            </p:nvPicPr>
            <p:blipFill>
              <a:blip r:embed="rId3">
                <a:alphaModFix/>
              </a:blip>
              <a:stretch>
                <a:fillRect/>
              </a:stretch>
            </p:blipFill>
            <p:spPr>
              <a:xfrm>
                <a:off x="552163" y="412327"/>
                <a:ext cx="1560501" cy="1798629"/>
              </a:xfrm>
              <a:prstGeom prst="rect">
                <a:avLst/>
              </a:prstGeom>
              <a:noFill/>
              <a:ln>
                <a:noFill/>
              </a:ln>
            </p:spPr>
          </p:pic>
          <p:pic>
            <p:nvPicPr>
              <p:cNvPr id="758" name="Google Shape;758;p41"/>
              <p:cNvPicPr preferRelativeResize="0"/>
              <p:nvPr/>
            </p:nvPicPr>
            <p:blipFill>
              <a:blip r:embed="rId4">
                <a:alphaModFix/>
              </a:blip>
              <a:stretch>
                <a:fillRect/>
              </a:stretch>
            </p:blipFill>
            <p:spPr>
              <a:xfrm>
                <a:off x="244126" y="92156"/>
                <a:ext cx="1719374" cy="1981768"/>
              </a:xfrm>
              <a:prstGeom prst="rect">
                <a:avLst/>
              </a:prstGeom>
              <a:noFill/>
              <a:ln>
                <a:noFill/>
              </a:ln>
            </p:spPr>
          </p:pic>
          <p:pic>
            <p:nvPicPr>
              <p:cNvPr id="759" name="Google Shape;759;p41"/>
              <p:cNvPicPr preferRelativeResize="0"/>
              <p:nvPr/>
            </p:nvPicPr>
            <p:blipFill rotWithShape="1">
              <a:blip r:embed="rId5">
                <a:alphaModFix/>
              </a:blip>
              <a:srcRect b="0" l="45530" r="45530" t="0"/>
              <a:stretch/>
            </p:blipFill>
            <p:spPr>
              <a:xfrm flipH="1" rot="3600013">
                <a:off x="758523" y="67514"/>
                <a:ext cx="77654" cy="834994"/>
              </a:xfrm>
              <a:prstGeom prst="rect">
                <a:avLst/>
              </a:prstGeom>
              <a:noFill/>
              <a:ln>
                <a:noFill/>
              </a:ln>
            </p:spPr>
          </p:pic>
          <p:pic>
            <p:nvPicPr>
              <p:cNvPr id="760" name="Google Shape;760;p41"/>
              <p:cNvPicPr preferRelativeResize="0"/>
              <p:nvPr/>
            </p:nvPicPr>
            <p:blipFill rotWithShape="1">
              <a:blip r:embed="rId5">
                <a:alphaModFix/>
              </a:blip>
              <a:srcRect b="0" l="45530" r="45530" t="0"/>
              <a:stretch/>
            </p:blipFill>
            <p:spPr>
              <a:xfrm flipH="1">
                <a:off x="418099" y="665540"/>
                <a:ext cx="77654" cy="834994"/>
              </a:xfrm>
              <a:prstGeom prst="rect">
                <a:avLst/>
              </a:prstGeom>
              <a:noFill/>
              <a:ln>
                <a:noFill/>
              </a:ln>
            </p:spPr>
          </p:pic>
        </p:grpSp>
        <p:grpSp>
          <p:nvGrpSpPr>
            <p:cNvPr id="761" name="Google Shape;761;p41"/>
            <p:cNvGrpSpPr/>
            <p:nvPr/>
          </p:nvGrpSpPr>
          <p:grpSpPr>
            <a:xfrm>
              <a:off x="1482376" y="1557675"/>
              <a:ext cx="1868538" cy="2358881"/>
              <a:chOff x="1482376" y="1557675"/>
              <a:chExt cx="1868538" cy="2358881"/>
            </a:xfrm>
          </p:grpSpPr>
          <p:pic>
            <p:nvPicPr>
              <p:cNvPr id="762" name="Google Shape;762;p41"/>
              <p:cNvPicPr preferRelativeResize="0"/>
              <p:nvPr/>
            </p:nvPicPr>
            <p:blipFill>
              <a:blip r:embed="rId3">
                <a:alphaModFix/>
              </a:blip>
              <a:stretch>
                <a:fillRect/>
              </a:stretch>
            </p:blipFill>
            <p:spPr>
              <a:xfrm>
                <a:off x="1790413" y="2117927"/>
                <a:ext cx="1560501" cy="1798629"/>
              </a:xfrm>
              <a:prstGeom prst="rect">
                <a:avLst/>
              </a:prstGeom>
              <a:noFill/>
              <a:ln>
                <a:noFill/>
              </a:ln>
            </p:spPr>
          </p:pic>
          <p:pic>
            <p:nvPicPr>
              <p:cNvPr id="763" name="Google Shape;763;p41"/>
              <p:cNvPicPr preferRelativeResize="0"/>
              <p:nvPr/>
            </p:nvPicPr>
            <p:blipFill>
              <a:blip r:embed="rId4">
                <a:alphaModFix/>
              </a:blip>
              <a:stretch>
                <a:fillRect/>
              </a:stretch>
            </p:blipFill>
            <p:spPr>
              <a:xfrm>
                <a:off x="1482376" y="1797756"/>
                <a:ext cx="1719374" cy="1981768"/>
              </a:xfrm>
              <a:prstGeom prst="rect">
                <a:avLst/>
              </a:prstGeom>
              <a:noFill/>
              <a:ln>
                <a:noFill/>
              </a:ln>
            </p:spPr>
          </p:pic>
          <p:pic>
            <p:nvPicPr>
              <p:cNvPr id="764" name="Google Shape;764;p41"/>
              <p:cNvPicPr preferRelativeResize="0"/>
              <p:nvPr/>
            </p:nvPicPr>
            <p:blipFill rotWithShape="1">
              <a:blip r:embed="rId5">
                <a:alphaModFix/>
              </a:blip>
              <a:srcRect b="0" l="45530" r="45530" t="0"/>
              <a:stretch/>
            </p:blipFill>
            <p:spPr>
              <a:xfrm flipH="1" rot="3600013">
                <a:off x="2656673" y="2944064"/>
                <a:ext cx="77654" cy="834994"/>
              </a:xfrm>
              <a:prstGeom prst="rect">
                <a:avLst/>
              </a:prstGeom>
              <a:noFill/>
              <a:ln>
                <a:noFill/>
              </a:ln>
            </p:spPr>
          </p:pic>
          <p:pic>
            <p:nvPicPr>
              <p:cNvPr id="765" name="Google Shape;765;p41"/>
              <p:cNvPicPr preferRelativeResize="0"/>
              <p:nvPr/>
            </p:nvPicPr>
            <p:blipFill>
              <a:blip r:embed="rId7">
                <a:alphaModFix/>
              </a:blip>
              <a:stretch>
                <a:fillRect/>
              </a:stretch>
            </p:blipFill>
            <p:spPr>
              <a:xfrm>
                <a:off x="2072725" y="1557675"/>
                <a:ext cx="538674" cy="552474"/>
              </a:xfrm>
              <a:prstGeom prst="rect">
                <a:avLst/>
              </a:prstGeom>
              <a:noFill/>
              <a:ln>
                <a:noFill/>
              </a:ln>
            </p:spPr>
          </p:pic>
        </p:grpSp>
        <p:grpSp>
          <p:nvGrpSpPr>
            <p:cNvPr id="766" name="Google Shape;766;p41"/>
            <p:cNvGrpSpPr/>
            <p:nvPr/>
          </p:nvGrpSpPr>
          <p:grpSpPr>
            <a:xfrm>
              <a:off x="2687137" y="3563300"/>
              <a:ext cx="1508069" cy="1697568"/>
              <a:chOff x="2687137" y="3563300"/>
              <a:chExt cx="1508069" cy="1697568"/>
            </a:xfrm>
          </p:grpSpPr>
          <p:pic>
            <p:nvPicPr>
              <p:cNvPr id="767" name="Google Shape;767;p41"/>
              <p:cNvPicPr preferRelativeResize="0"/>
              <p:nvPr/>
            </p:nvPicPr>
            <p:blipFill>
              <a:blip r:embed="rId3">
                <a:alphaModFix/>
              </a:blip>
              <a:stretch>
                <a:fillRect/>
              </a:stretch>
            </p:blipFill>
            <p:spPr>
              <a:xfrm>
                <a:off x="2813582" y="3956120"/>
                <a:ext cx="1108501" cy="1277681"/>
              </a:xfrm>
              <a:prstGeom prst="rect">
                <a:avLst/>
              </a:prstGeom>
              <a:noFill/>
              <a:ln>
                <a:noFill/>
              </a:ln>
            </p:spPr>
          </p:pic>
          <p:pic>
            <p:nvPicPr>
              <p:cNvPr id="768" name="Google Shape;768;p41"/>
              <p:cNvPicPr preferRelativeResize="0"/>
              <p:nvPr/>
            </p:nvPicPr>
            <p:blipFill>
              <a:blip r:embed="rId8">
                <a:alphaModFix/>
              </a:blip>
              <a:stretch>
                <a:fillRect/>
              </a:stretch>
            </p:blipFill>
            <p:spPr>
              <a:xfrm>
                <a:off x="2687137" y="3702383"/>
                <a:ext cx="1315225" cy="1558485"/>
              </a:xfrm>
              <a:prstGeom prst="rect">
                <a:avLst/>
              </a:prstGeom>
              <a:noFill/>
              <a:ln>
                <a:noFill/>
              </a:ln>
            </p:spPr>
          </p:pic>
          <p:pic>
            <p:nvPicPr>
              <p:cNvPr id="769" name="Google Shape;769;p41"/>
              <p:cNvPicPr preferRelativeResize="0"/>
              <p:nvPr/>
            </p:nvPicPr>
            <p:blipFill rotWithShape="1">
              <a:blip r:embed="rId5">
                <a:alphaModFix/>
              </a:blip>
              <a:srcRect b="0" l="45530" r="45530" t="0"/>
              <a:stretch/>
            </p:blipFill>
            <p:spPr>
              <a:xfrm flipH="1" rot="-3600013">
                <a:off x="3693086" y="3388177"/>
                <a:ext cx="77654" cy="834994"/>
              </a:xfrm>
              <a:prstGeom prst="rect">
                <a:avLst/>
              </a:prstGeom>
              <a:noFill/>
              <a:ln>
                <a:noFill/>
              </a:ln>
            </p:spPr>
          </p:pic>
          <p:pic>
            <p:nvPicPr>
              <p:cNvPr id="770" name="Google Shape;770;p41"/>
              <p:cNvPicPr preferRelativeResize="0"/>
              <p:nvPr/>
            </p:nvPicPr>
            <p:blipFill>
              <a:blip r:embed="rId9">
                <a:alphaModFix/>
              </a:blip>
              <a:stretch>
                <a:fillRect/>
              </a:stretch>
            </p:blipFill>
            <p:spPr>
              <a:xfrm>
                <a:off x="3656532" y="4591030"/>
                <a:ext cx="538674" cy="552476"/>
              </a:xfrm>
              <a:prstGeom prst="rect">
                <a:avLst/>
              </a:prstGeom>
              <a:noFill/>
              <a:ln>
                <a:noFill/>
              </a:ln>
            </p:spPr>
          </p:pic>
        </p:grpSp>
        <p:grpSp>
          <p:nvGrpSpPr>
            <p:cNvPr id="771" name="Google Shape;771;p41"/>
            <p:cNvGrpSpPr/>
            <p:nvPr/>
          </p:nvGrpSpPr>
          <p:grpSpPr>
            <a:xfrm>
              <a:off x="2341287" y="92150"/>
              <a:ext cx="1315225" cy="1770131"/>
              <a:chOff x="2341287" y="92150"/>
              <a:chExt cx="1315225" cy="1770131"/>
            </a:xfrm>
          </p:grpSpPr>
          <p:pic>
            <p:nvPicPr>
              <p:cNvPr id="772" name="Google Shape;772;p41"/>
              <p:cNvPicPr preferRelativeResize="0"/>
              <p:nvPr/>
            </p:nvPicPr>
            <p:blipFill>
              <a:blip r:embed="rId3">
                <a:alphaModFix/>
              </a:blip>
              <a:stretch>
                <a:fillRect/>
              </a:stretch>
            </p:blipFill>
            <p:spPr>
              <a:xfrm>
                <a:off x="2467732" y="557533"/>
                <a:ext cx="1108501" cy="1277681"/>
              </a:xfrm>
              <a:prstGeom prst="rect">
                <a:avLst/>
              </a:prstGeom>
              <a:noFill/>
              <a:ln>
                <a:noFill/>
              </a:ln>
            </p:spPr>
          </p:pic>
          <p:pic>
            <p:nvPicPr>
              <p:cNvPr id="773" name="Google Shape;773;p41"/>
              <p:cNvPicPr preferRelativeResize="0"/>
              <p:nvPr/>
            </p:nvPicPr>
            <p:blipFill>
              <a:blip r:embed="rId8">
                <a:alphaModFix/>
              </a:blip>
              <a:stretch>
                <a:fillRect/>
              </a:stretch>
            </p:blipFill>
            <p:spPr>
              <a:xfrm>
                <a:off x="2341287" y="303796"/>
                <a:ext cx="1315225" cy="1558485"/>
              </a:xfrm>
              <a:prstGeom prst="rect">
                <a:avLst/>
              </a:prstGeom>
              <a:noFill/>
              <a:ln>
                <a:noFill/>
              </a:ln>
            </p:spPr>
          </p:pic>
          <p:pic>
            <p:nvPicPr>
              <p:cNvPr id="774" name="Google Shape;774;p41"/>
              <p:cNvPicPr preferRelativeResize="0"/>
              <p:nvPr/>
            </p:nvPicPr>
            <p:blipFill>
              <a:blip r:embed="rId6">
                <a:alphaModFix/>
              </a:blip>
              <a:stretch>
                <a:fillRect/>
              </a:stretch>
            </p:blipFill>
            <p:spPr>
              <a:xfrm>
                <a:off x="2729563" y="92150"/>
                <a:ext cx="538674" cy="552474"/>
              </a:xfrm>
              <a:prstGeom prst="rect">
                <a:avLst/>
              </a:prstGeom>
              <a:noFill/>
              <a:ln>
                <a:noFill/>
              </a:ln>
            </p:spPr>
          </p:pic>
        </p:grpSp>
        <p:grpSp>
          <p:nvGrpSpPr>
            <p:cNvPr id="775" name="Google Shape;775;p41"/>
            <p:cNvGrpSpPr/>
            <p:nvPr/>
          </p:nvGrpSpPr>
          <p:grpSpPr>
            <a:xfrm>
              <a:off x="-2216558" y="-212000"/>
              <a:ext cx="6431614" cy="8212814"/>
              <a:chOff x="-2216558" y="-212000"/>
              <a:chExt cx="6431614" cy="8212814"/>
            </a:xfrm>
          </p:grpSpPr>
          <p:pic>
            <p:nvPicPr>
              <p:cNvPr id="776" name="Google Shape;776;p41"/>
              <p:cNvPicPr preferRelativeResize="0"/>
              <p:nvPr/>
            </p:nvPicPr>
            <p:blipFill rotWithShape="1">
              <a:blip r:embed="rId10">
                <a:alphaModFix/>
              </a:blip>
              <a:srcRect b="0" l="49481" r="49482" t="0"/>
              <a:stretch/>
            </p:blipFill>
            <p:spPr>
              <a:xfrm>
                <a:off x="3327669" y="2433338"/>
                <a:ext cx="77649" cy="5567477"/>
              </a:xfrm>
              <a:prstGeom prst="rect">
                <a:avLst/>
              </a:prstGeom>
              <a:noFill/>
              <a:ln>
                <a:noFill/>
              </a:ln>
            </p:spPr>
          </p:pic>
          <p:grpSp>
            <p:nvGrpSpPr>
              <p:cNvPr id="777" name="Google Shape;777;p41"/>
              <p:cNvGrpSpPr/>
              <p:nvPr/>
            </p:nvGrpSpPr>
            <p:grpSpPr>
              <a:xfrm>
                <a:off x="-2216558" y="-212000"/>
                <a:ext cx="6431614" cy="7279989"/>
                <a:chOff x="-2216558" y="-212000"/>
                <a:chExt cx="6431614" cy="7279989"/>
              </a:xfrm>
            </p:grpSpPr>
            <p:grpSp>
              <p:nvGrpSpPr>
                <p:cNvPr id="778" name="Google Shape;778;p41"/>
                <p:cNvGrpSpPr/>
                <p:nvPr/>
              </p:nvGrpSpPr>
              <p:grpSpPr>
                <a:xfrm>
                  <a:off x="-2216558" y="-212000"/>
                  <a:ext cx="5567477" cy="5567477"/>
                  <a:chOff x="-2216558" y="-212000"/>
                  <a:chExt cx="5567477" cy="5567477"/>
                </a:xfrm>
              </p:grpSpPr>
              <p:pic>
                <p:nvPicPr>
                  <p:cNvPr id="779" name="Google Shape;779;p41"/>
                  <p:cNvPicPr preferRelativeResize="0"/>
                  <p:nvPr/>
                </p:nvPicPr>
                <p:blipFill rotWithShape="1">
                  <a:blip r:embed="rId10">
                    <a:alphaModFix/>
                  </a:blip>
                  <a:srcRect b="0" l="49481" r="49482" t="0"/>
                  <a:stretch/>
                </p:blipFill>
                <p:spPr>
                  <a:xfrm>
                    <a:off x="1063294" y="-212000"/>
                    <a:ext cx="77649" cy="5567477"/>
                  </a:xfrm>
                  <a:prstGeom prst="rect">
                    <a:avLst/>
                  </a:prstGeom>
                  <a:noFill/>
                  <a:ln>
                    <a:noFill/>
                  </a:ln>
                </p:spPr>
              </p:pic>
              <p:pic>
                <p:nvPicPr>
                  <p:cNvPr id="780" name="Google Shape;780;p41"/>
                  <p:cNvPicPr preferRelativeResize="0"/>
                  <p:nvPr/>
                </p:nvPicPr>
                <p:blipFill rotWithShape="1">
                  <a:blip r:embed="rId10">
                    <a:alphaModFix/>
                  </a:blip>
                  <a:srcRect b="0" l="49481" r="49482" t="0"/>
                  <a:stretch/>
                </p:blipFill>
                <p:spPr>
                  <a:xfrm rot="-5400000">
                    <a:off x="528356" y="-1711162"/>
                    <a:ext cx="77649" cy="5567477"/>
                  </a:xfrm>
                  <a:prstGeom prst="rect">
                    <a:avLst/>
                  </a:prstGeom>
                  <a:noFill/>
                  <a:ln>
                    <a:noFill/>
                  </a:ln>
                </p:spPr>
              </p:pic>
            </p:grpSp>
            <p:pic>
              <p:nvPicPr>
                <p:cNvPr id="781" name="Google Shape;781;p41"/>
                <p:cNvPicPr preferRelativeResize="0"/>
                <p:nvPr/>
              </p:nvPicPr>
              <p:blipFill rotWithShape="1">
                <a:blip r:embed="rId10">
                  <a:alphaModFix/>
                </a:blip>
                <a:srcRect b="0" l="49481" r="49482" t="0"/>
                <a:stretch/>
              </p:blipFill>
              <p:spPr>
                <a:xfrm>
                  <a:off x="1897719" y="1500513"/>
                  <a:ext cx="77649" cy="5567477"/>
                </a:xfrm>
                <a:prstGeom prst="rect">
                  <a:avLst/>
                </a:prstGeom>
                <a:noFill/>
                <a:ln>
                  <a:noFill/>
                </a:ln>
              </p:spPr>
            </p:pic>
            <p:pic>
              <p:nvPicPr>
                <p:cNvPr id="782" name="Google Shape;782;p41"/>
                <p:cNvPicPr preferRelativeResize="0"/>
                <p:nvPr/>
              </p:nvPicPr>
              <p:blipFill rotWithShape="1">
                <a:blip r:embed="rId10">
                  <a:alphaModFix/>
                </a:blip>
                <a:srcRect b="0" l="49481" r="49482" t="0"/>
                <a:stretch/>
              </p:blipFill>
              <p:spPr>
                <a:xfrm rot="-5400000">
                  <a:off x="1392494" y="457650"/>
                  <a:ext cx="77649" cy="5567477"/>
                </a:xfrm>
                <a:prstGeom prst="rect">
                  <a:avLst/>
                </a:prstGeom>
                <a:noFill/>
                <a:ln>
                  <a:noFill/>
                </a:ln>
              </p:spPr>
            </p:pic>
          </p:grpSp>
        </p:grpSp>
      </p:grpSp>
      <p:sp>
        <p:nvSpPr>
          <p:cNvPr id="783" name="Google Shape;783;p41"/>
          <p:cNvSpPr txBox="1"/>
          <p:nvPr>
            <p:ph type="title"/>
          </p:nvPr>
        </p:nvSpPr>
        <p:spPr>
          <a:xfrm>
            <a:off x="3781900" y="3098750"/>
            <a:ext cx="5307000" cy="130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sz="1500"/>
              <a:t>Do not copy justifications within a task, even if the responses are very similar, and do not reuse justifications across different tasks. This is strictly not allowed.</a:t>
            </a:r>
            <a:endParaRPr i="1"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42"/>
          <p:cNvSpPr txBox="1"/>
          <p:nvPr>
            <p:ph type="title"/>
          </p:nvPr>
        </p:nvSpPr>
        <p:spPr>
          <a:xfrm>
            <a:off x="720000" y="251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Section 1: Scores</a:t>
            </a:r>
            <a:endParaRPr sz="1900"/>
          </a:p>
        </p:txBody>
      </p:sp>
      <p:sp>
        <p:nvSpPr>
          <p:cNvPr id="789" name="Google Shape;789;p42"/>
          <p:cNvSpPr txBox="1"/>
          <p:nvPr>
            <p:ph idx="1" type="subTitle"/>
          </p:nvPr>
        </p:nvSpPr>
        <p:spPr>
          <a:xfrm>
            <a:off x="667150" y="669475"/>
            <a:ext cx="3510600" cy="39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Response A Scores:</a:t>
            </a:r>
            <a:endParaRPr b="1" u="sng"/>
          </a:p>
          <a:p>
            <a:pPr indent="0" lvl="0" marL="0" rtl="0" algn="l">
              <a:spcBef>
                <a:spcPts val="0"/>
              </a:spcBef>
              <a:spcAft>
                <a:spcPts val="0"/>
              </a:spcAft>
              <a:buNone/>
            </a:pPr>
            <a:r>
              <a:t/>
            </a:r>
            <a:endParaRPr/>
          </a:p>
          <a:p>
            <a:pPr indent="0" lvl="0" marL="457200" rtl="0" algn="l">
              <a:spcBef>
                <a:spcPts val="0"/>
              </a:spcBef>
              <a:spcAft>
                <a:spcPts val="0"/>
              </a:spcAft>
              <a:buNone/>
            </a:pPr>
            <a:r>
              <a:rPr b="1" lang="en"/>
              <a:t>- Task Completion: </a:t>
            </a:r>
            <a:r>
              <a:rPr lang="en"/>
              <a:t>[Your Rating]</a:t>
            </a:r>
            <a:endParaRPr/>
          </a:p>
          <a:p>
            <a:pPr indent="0" lvl="0" marL="457200" rtl="0" algn="l">
              <a:spcBef>
                <a:spcPts val="0"/>
              </a:spcBef>
              <a:spcAft>
                <a:spcPts val="0"/>
              </a:spcAft>
              <a:buNone/>
            </a:pPr>
            <a:r>
              <a:rPr b="1" lang="en"/>
              <a:t>- Factual Accuracy: </a:t>
            </a:r>
            <a:r>
              <a:rPr lang="en"/>
              <a:t>[Your Rating]</a:t>
            </a:r>
            <a:endParaRPr/>
          </a:p>
          <a:p>
            <a:pPr indent="0" lvl="0" marL="457200" rtl="0" algn="l">
              <a:spcBef>
                <a:spcPts val="0"/>
              </a:spcBef>
              <a:spcAft>
                <a:spcPts val="0"/>
              </a:spcAft>
              <a:buNone/>
            </a:pPr>
            <a:r>
              <a:rPr b="1" lang="en"/>
              <a:t>- AI Performance:</a:t>
            </a:r>
            <a:r>
              <a:rPr lang="en"/>
              <a:t> [Your Rating]</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u="sng"/>
              <a:t>Response B Scores:</a:t>
            </a:r>
            <a:endParaRPr b="1" u="sng"/>
          </a:p>
          <a:p>
            <a:pPr indent="0" lvl="0" marL="0" rtl="0" algn="l">
              <a:spcBef>
                <a:spcPts val="0"/>
              </a:spcBef>
              <a:spcAft>
                <a:spcPts val="0"/>
              </a:spcAft>
              <a:buNone/>
            </a:pPr>
            <a:r>
              <a:t/>
            </a:r>
            <a:endParaRPr/>
          </a:p>
          <a:p>
            <a:pPr indent="0" lvl="0" marL="457200" rtl="0" algn="l">
              <a:spcBef>
                <a:spcPts val="0"/>
              </a:spcBef>
              <a:spcAft>
                <a:spcPts val="0"/>
              </a:spcAft>
              <a:buNone/>
            </a:pPr>
            <a:r>
              <a:rPr b="1" lang="en"/>
              <a:t>- Task Completion: </a:t>
            </a:r>
            <a:r>
              <a:rPr lang="en"/>
              <a:t>[Your Rating]</a:t>
            </a:r>
            <a:endParaRPr/>
          </a:p>
          <a:p>
            <a:pPr indent="0" lvl="0" marL="457200" rtl="0" algn="l">
              <a:spcBef>
                <a:spcPts val="0"/>
              </a:spcBef>
              <a:spcAft>
                <a:spcPts val="0"/>
              </a:spcAft>
              <a:buNone/>
            </a:pPr>
            <a:r>
              <a:rPr b="1" lang="en"/>
              <a:t>- Factual Accuracy: [</a:t>
            </a:r>
            <a:r>
              <a:rPr lang="en"/>
              <a:t>Your Rating]</a:t>
            </a:r>
            <a:endParaRPr/>
          </a:p>
          <a:p>
            <a:pPr indent="0" lvl="0" marL="457200" rtl="0" algn="l">
              <a:spcBef>
                <a:spcPts val="0"/>
              </a:spcBef>
              <a:spcAft>
                <a:spcPts val="0"/>
              </a:spcAft>
              <a:buNone/>
            </a:pPr>
            <a:r>
              <a:rPr b="1" lang="en"/>
              <a:t>- AI Performance: </a:t>
            </a:r>
            <a:r>
              <a:rPr lang="en"/>
              <a:t>[Your Rating]</a:t>
            </a:r>
            <a:endParaRPr/>
          </a:p>
        </p:txBody>
      </p:sp>
      <p:grpSp>
        <p:nvGrpSpPr>
          <p:cNvPr id="790" name="Google Shape;790;p42"/>
          <p:cNvGrpSpPr/>
          <p:nvPr/>
        </p:nvGrpSpPr>
        <p:grpSpPr>
          <a:xfrm>
            <a:off x="6761280" y="-290198"/>
            <a:ext cx="6359214" cy="5727549"/>
            <a:chOff x="6761280" y="-290198"/>
            <a:chExt cx="6359214" cy="5727549"/>
          </a:xfrm>
        </p:grpSpPr>
        <p:grpSp>
          <p:nvGrpSpPr>
            <p:cNvPr id="791" name="Google Shape;791;p42"/>
            <p:cNvGrpSpPr/>
            <p:nvPr/>
          </p:nvGrpSpPr>
          <p:grpSpPr>
            <a:xfrm>
              <a:off x="7478426" y="-127029"/>
              <a:ext cx="1868538" cy="2118801"/>
              <a:chOff x="7478426" y="-127029"/>
              <a:chExt cx="1868538" cy="2118801"/>
            </a:xfrm>
          </p:grpSpPr>
          <p:pic>
            <p:nvPicPr>
              <p:cNvPr id="792" name="Google Shape;792;p42"/>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793" name="Google Shape;793;p42"/>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794" name="Google Shape;794;p42"/>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795" name="Google Shape;795;p42"/>
            <p:cNvGrpSpPr/>
            <p:nvPr/>
          </p:nvGrpSpPr>
          <p:grpSpPr>
            <a:xfrm>
              <a:off x="7397076" y="3025158"/>
              <a:ext cx="2025548" cy="2210363"/>
              <a:chOff x="7397076" y="3025158"/>
              <a:chExt cx="2025548" cy="2210363"/>
            </a:xfrm>
          </p:grpSpPr>
          <p:pic>
            <p:nvPicPr>
              <p:cNvPr id="796" name="Google Shape;796;p42"/>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797" name="Google Shape;797;p42"/>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798" name="Google Shape;798;p42"/>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799" name="Google Shape;799;p42"/>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800" name="Google Shape;800;p42"/>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801" name="Google Shape;801;p42"/>
            <p:cNvGrpSpPr/>
            <p:nvPr/>
          </p:nvGrpSpPr>
          <p:grpSpPr>
            <a:xfrm>
              <a:off x="6894637" y="1827646"/>
              <a:ext cx="1579787" cy="1690934"/>
              <a:chOff x="6894637" y="1827646"/>
              <a:chExt cx="1579787" cy="1690934"/>
            </a:xfrm>
          </p:grpSpPr>
          <p:pic>
            <p:nvPicPr>
              <p:cNvPr id="802" name="Google Shape;802;p42"/>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803" name="Google Shape;803;p42"/>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804" name="Google Shape;804;p42"/>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805" name="Google Shape;805;p42"/>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806" name="Google Shape;806;p42"/>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807" name="Google Shape;807;p42"/>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808" name="Google Shape;808;p42"/>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809" name="Google Shape;809;p42"/>
            <p:cNvGrpSpPr/>
            <p:nvPr/>
          </p:nvGrpSpPr>
          <p:grpSpPr>
            <a:xfrm>
              <a:off x="6761280" y="-290198"/>
              <a:ext cx="6359214" cy="5727549"/>
              <a:chOff x="6761280" y="-290198"/>
              <a:chExt cx="6359214" cy="5727549"/>
            </a:xfrm>
          </p:grpSpPr>
          <p:pic>
            <p:nvPicPr>
              <p:cNvPr id="810" name="Google Shape;810;p42"/>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811" name="Google Shape;811;p42"/>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812" name="Google Shape;812;p42"/>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813" name="Google Shape;813;p42"/>
          <p:cNvSpPr txBox="1"/>
          <p:nvPr>
            <p:ph idx="1" type="subTitle"/>
          </p:nvPr>
        </p:nvSpPr>
        <p:spPr>
          <a:xfrm>
            <a:off x="4633425" y="646156"/>
            <a:ext cx="3510600" cy="39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u="sng"/>
              <a:t>Example:</a:t>
            </a:r>
            <a:endParaRPr b="1" i="1" u="sng"/>
          </a:p>
          <a:p>
            <a:pPr indent="0" lvl="0" marL="0" rtl="0" algn="l">
              <a:spcBef>
                <a:spcPts val="0"/>
              </a:spcBef>
              <a:spcAft>
                <a:spcPts val="0"/>
              </a:spcAft>
              <a:buNone/>
            </a:pPr>
            <a:r>
              <a:rPr b="1" lang="en" sz="1300" u="sng"/>
              <a:t>Response A Scores:</a:t>
            </a:r>
            <a:endParaRPr b="1" sz="1300" u="sng"/>
          </a:p>
          <a:p>
            <a:pPr indent="0" lvl="0" marL="0" rtl="0" algn="l">
              <a:spcBef>
                <a:spcPts val="0"/>
              </a:spcBef>
              <a:spcAft>
                <a:spcPts val="0"/>
              </a:spcAft>
              <a:buNone/>
            </a:pPr>
            <a:r>
              <a:t/>
            </a:r>
            <a:endParaRPr sz="1300"/>
          </a:p>
          <a:p>
            <a:pPr indent="0" lvl="0" marL="457200" rtl="0" algn="l">
              <a:spcBef>
                <a:spcPts val="0"/>
              </a:spcBef>
              <a:spcAft>
                <a:spcPts val="0"/>
              </a:spcAft>
              <a:buNone/>
            </a:pPr>
            <a:r>
              <a:rPr b="1" lang="en" sz="1300"/>
              <a:t>- Task Completion: </a:t>
            </a:r>
            <a:r>
              <a:rPr lang="en" sz="1300"/>
              <a:t>[5]</a:t>
            </a:r>
            <a:endParaRPr sz="1300"/>
          </a:p>
          <a:p>
            <a:pPr indent="0" lvl="0" marL="457200" rtl="0" algn="l">
              <a:spcBef>
                <a:spcPts val="0"/>
              </a:spcBef>
              <a:spcAft>
                <a:spcPts val="0"/>
              </a:spcAft>
              <a:buNone/>
            </a:pPr>
            <a:r>
              <a:rPr b="1" lang="en" sz="1300"/>
              <a:t>- Factual Accuracy: </a:t>
            </a:r>
            <a:r>
              <a:rPr lang="en" sz="1300"/>
              <a:t>[3]</a:t>
            </a:r>
            <a:endParaRPr sz="1300"/>
          </a:p>
          <a:p>
            <a:pPr indent="0" lvl="0" marL="457200" rtl="0" algn="l">
              <a:spcBef>
                <a:spcPts val="0"/>
              </a:spcBef>
              <a:spcAft>
                <a:spcPts val="0"/>
              </a:spcAft>
              <a:buNone/>
            </a:pPr>
            <a:r>
              <a:rPr b="1" lang="en" sz="1300"/>
              <a:t>- AI Performance:</a:t>
            </a:r>
            <a:r>
              <a:rPr lang="en" sz="1300"/>
              <a:t> [5]</a:t>
            </a:r>
            <a:endParaRPr sz="1300"/>
          </a:p>
          <a:p>
            <a:pPr indent="0" lvl="0" marL="0" rtl="0" algn="l">
              <a:spcBef>
                <a:spcPts val="0"/>
              </a:spcBef>
              <a:spcAft>
                <a:spcPts val="0"/>
              </a:spcAft>
              <a:buNone/>
            </a:pPr>
            <a:r>
              <a:t/>
            </a:r>
            <a:endParaRPr b="1" sz="1300"/>
          </a:p>
          <a:p>
            <a:pPr indent="0" lvl="0" marL="0" rtl="0" algn="l">
              <a:spcBef>
                <a:spcPts val="0"/>
              </a:spcBef>
              <a:spcAft>
                <a:spcPts val="0"/>
              </a:spcAft>
              <a:buNone/>
            </a:pPr>
            <a:r>
              <a:rPr b="1" lang="en" sz="1300" u="sng"/>
              <a:t>Response B Scores:</a:t>
            </a:r>
            <a:endParaRPr b="1" sz="1300" u="sng"/>
          </a:p>
          <a:p>
            <a:pPr indent="0" lvl="0" marL="0" rtl="0" algn="l">
              <a:spcBef>
                <a:spcPts val="0"/>
              </a:spcBef>
              <a:spcAft>
                <a:spcPts val="0"/>
              </a:spcAft>
              <a:buNone/>
            </a:pPr>
            <a:r>
              <a:t/>
            </a:r>
            <a:endParaRPr sz="1300"/>
          </a:p>
          <a:p>
            <a:pPr indent="0" lvl="0" marL="457200" rtl="0" algn="l">
              <a:spcBef>
                <a:spcPts val="0"/>
              </a:spcBef>
              <a:spcAft>
                <a:spcPts val="0"/>
              </a:spcAft>
              <a:buNone/>
            </a:pPr>
            <a:r>
              <a:rPr b="1" lang="en" sz="1300"/>
              <a:t>- Task Completion: </a:t>
            </a:r>
            <a:r>
              <a:rPr lang="en" sz="1300"/>
              <a:t>[2]</a:t>
            </a:r>
            <a:endParaRPr sz="1300"/>
          </a:p>
          <a:p>
            <a:pPr indent="0" lvl="0" marL="457200" rtl="0" algn="l">
              <a:spcBef>
                <a:spcPts val="0"/>
              </a:spcBef>
              <a:spcAft>
                <a:spcPts val="0"/>
              </a:spcAft>
              <a:buNone/>
            </a:pPr>
            <a:r>
              <a:rPr b="1" lang="en" sz="1300"/>
              <a:t>- Factual Accuracy: [</a:t>
            </a:r>
            <a:r>
              <a:rPr lang="en" sz="1300"/>
              <a:t>1</a:t>
            </a:r>
            <a:r>
              <a:rPr lang="en" sz="1300"/>
              <a:t>]</a:t>
            </a:r>
            <a:endParaRPr sz="1300"/>
          </a:p>
          <a:p>
            <a:pPr indent="0" lvl="0" marL="457200" rtl="0" algn="l">
              <a:spcBef>
                <a:spcPts val="0"/>
              </a:spcBef>
              <a:spcAft>
                <a:spcPts val="0"/>
              </a:spcAft>
              <a:buNone/>
            </a:pPr>
            <a:r>
              <a:rPr b="1" lang="en" sz="1300"/>
              <a:t>- AI Performance: </a:t>
            </a:r>
            <a:r>
              <a:rPr lang="en" sz="1300"/>
              <a:t>[1]</a:t>
            </a:r>
            <a:endParaRPr sz="1300"/>
          </a:p>
        </p:txBody>
      </p:sp>
      <p:sp>
        <p:nvSpPr>
          <p:cNvPr id="814" name="Google Shape;814;p42"/>
          <p:cNvSpPr txBox="1"/>
          <p:nvPr>
            <p:ph idx="4294967295" type="subTitle"/>
          </p:nvPr>
        </p:nvSpPr>
        <p:spPr>
          <a:xfrm>
            <a:off x="738631" y="3846900"/>
            <a:ext cx="6576600" cy="8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For Cannot confidently assess in Factual Accuracy, use “Cannot confidently assess.” You do not have to use numeric scores or N/A.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3"/>
          <p:cNvSpPr txBox="1"/>
          <p:nvPr>
            <p:ph type="title"/>
          </p:nvPr>
        </p:nvSpPr>
        <p:spPr>
          <a:xfrm>
            <a:off x="720000" y="-9842"/>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Section 2: </a:t>
            </a:r>
            <a:r>
              <a:rPr lang="en" sz="2200"/>
              <a:t>Final Verdict</a:t>
            </a:r>
            <a:endParaRPr sz="1900"/>
          </a:p>
        </p:txBody>
      </p:sp>
      <p:grpSp>
        <p:nvGrpSpPr>
          <p:cNvPr id="820" name="Google Shape;820;p43"/>
          <p:cNvGrpSpPr/>
          <p:nvPr/>
        </p:nvGrpSpPr>
        <p:grpSpPr>
          <a:xfrm>
            <a:off x="6761280" y="-290198"/>
            <a:ext cx="6359214" cy="5727549"/>
            <a:chOff x="6761280" y="-290198"/>
            <a:chExt cx="6359214" cy="5727549"/>
          </a:xfrm>
        </p:grpSpPr>
        <p:grpSp>
          <p:nvGrpSpPr>
            <p:cNvPr id="821" name="Google Shape;821;p43"/>
            <p:cNvGrpSpPr/>
            <p:nvPr/>
          </p:nvGrpSpPr>
          <p:grpSpPr>
            <a:xfrm>
              <a:off x="7478426" y="-127029"/>
              <a:ext cx="1868538" cy="2118801"/>
              <a:chOff x="7478426" y="-127029"/>
              <a:chExt cx="1868538" cy="2118801"/>
            </a:xfrm>
          </p:grpSpPr>
          <p:pic>
            <p:nvPicPr>
              <p:cNvPr id="822" name="Google Shape;822;p43"/>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823" name="Google Shape;823;p43"/>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824" name="Google Shape;824;p43"/>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825" name="Google Shape;825;p43"/>
            <p:cNvGrpSpPr/>
            <p:nvPr/>
          </p:nvGrpSpPr>
          <p:grpSpPr>
            <a:xfrm>
              <a:off x="7397076" y="3025158"/>
              <a:ext cx="2025548" cy="2210363"/>
              <a:chOff x="7397076" y="3025158"/>
              <a:chExt cx="2025548" cy="2210363"/>
            </a:xfrm>
          </p:grpSpPr>
          <p:pic>
            <p:nvPicPr>
              <p:cNvPr id="826" name="Google Shape;826;p43"/>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827" name="Google Shape;827;p43"/>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828" name="Google Shape;828;p43"/>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829" name="Google Shape;829;p43"/>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830" name="Google Shape;830;p43"/>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831" name="Google Shape;831;p43"/>
            <p:cNvGrpSpPr/>
            <p:nvPr/>
          </p:nvGrpSpPr>
          <p:grpSpPr>
            <a:xfrm>
              <a:off x="6894637" y="1827646"/>
              <a:ext cx="1579787" cy="1690934"/>
              <a:chOff x="6894637" y="1827646"/>
              <a:chExt cx="1579787" cy="1690934"/>
            </a:xfrm>
          </p:grpSpPr>
          <p:pic>
            <p:nvPicPr>
              <p:cNvPr id="832" name="Google Shape;832;p43"/>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833" name="Google Shape;833;p43"/>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834" name="Google Shape;834;p43"/>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835" name="Google Shape;835;p43"/>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836" name="Google Shape;836;p43"/>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837" name="Google Shape;837;p43"/>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838" name="Google Shape;838;p43"/>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839" name="Google Shape;839;p43"/>
            <p:cNvGrpSpPr/>
            <p:nvPr/>
          </p:nvGrpSpPr>
          <p:grpSpPr>
            <a:xfrm>
              <a:off x="6761280" y="-290198"/>
              <a:ext cx="6359214" cy="5727549"/>
              <a:chOff x="6761280" y="-290198"/>
              <a:chExt cx="6359214" cy="5727549"/>
            </a:xfrm>
          </p:grpSpPr>
          <p:pic>
            <p:nvPicPr>
              <p:cNvPr id="840" name="Google Shape;840;p43"/>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841" name="Google Shape;841;p43"/>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842" name="Google Shape;842;p43"/>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843" name="Google Shape;843;p43"/>
          <p:cNvSpPr txBox="1"/>
          <p:nvPr>
            <p:ph idx="4294967295" type="subTitle"/>
          </p:nvPr>
        </p:nvSpPr>
        <p:spPr>
          <a:xfrm>
            <a:off x="720000" y="3158775"/>
            <a:ext cx="7155000" cy="131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the winner selection scale to write your final verdict!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Final Verdict:</a:t>
            </a:r>
            <a:r>
              <a:rPr lang="en"/>
              <a:t> [e.g., Response A is much better.]</a:t>
            </a:r>
            <a:r>
              <a:rPr lang="en"/>
              <a:t> </a:t>
            </a:r>
            <a:endParaRPr/>
          </a:p>
          <a:p>
            <a:pPr indent="0" lvl="0" marL="0" rtl="0" algn="l">
              <a:spcBef>
                <a:spcPts val="0"/>
              </a:spcBef>
              <a:spcAft>
                <a:spcPts val="0"/>
              </a:spcAft>
              <a:buNone/>
            </a:pPr>
            <a:r>
              <a:t/>
            </a:r>
            <a:endParaRPr i="1"/>
          </a:p>
          <a:p>
            <a:pPr indent="0" lvl="0" marL="0" rtl="0" algn="l">
              <a:spcBef>
                <a:spcPts val="0"/>
              </a:spcBef>
              <a:spcAft>
                <a:spcPts val="0"/>
              </a:spcAft>
              <a:buNone/>
            </a:pPr>
            <a:r>
              <a:rPr i="1" lang="en"/>
              <a:t>[</a:t>
            </a:r>
            <a:r>
              <a:rPr i="1" lang="en"/>
              <a:t>NOTE: Do not select About the same unless the responses are truly identical. If possible, look for even subtle differences in AI Performance before choosing this option.]</a:t>
            </a:r>
            <a:endParaRPr i="1"/>
          </a:p>
        </p:txBody>
      </p:sp>
      <p:pic>
        <p:nvPicPr>
          <p:cNvPr id="844" name="Google Shape;844;p43"/>
          <p:cNvPicPr preferRelativeResize="0"/>
          <p:nvPr/>
        </p:nvPicPr>
        <p:blipFill>
          <a:blip r:embed="rId10">
            <a:alphaModFix/>
          </a:blip>
          <a:stretch>
            <a:fillRect/>
          </a:stretch>
        </p:blipFill>
        <p:spPr>
          <a:xfrm>
            <a:off x="267097" y="1320775"/>
            <a:ext cx="8609825" cy="131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44"/>
          <p:cNvSpPr txBox="1"/>
          <p:nvPr>
            <p:ph type="title"/>
          </p:nvPr>
        </p:nvSpPr>
        <p:spPr>
          <a:xfrm>
            <a:off x="720000" y="-9842"/>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Section 3: </a:t>
            </a:r>
            <a:r>
              <a:rPr lang="en" sz="2200"/>
              <a:t>Justification</a:t>
            </a:r>
            <a:endParaRPr sz="1900"/>
          </a:p>
        </p:txBody>
      </p:sp>
      <p:grpSp>
        <p:nvGrpSpPr>
          <p:cNvPr id="850" name="Google Shape;850;p44"/>
          <p:cNvGrpSpPr/>
          <p:nvPr/>
        </p:nvGrpSpPr>
        <p:grpSpPr>
          <a:xfrm>
            <a:off x="6761280" y="-290198"/>
            <a:ext cx="6359214" cy="5727549"/>
            <a:chOff x="6761280" y="-290198"/>
            <a:chExt cx="6359214" cy="5727549"/>
          </a:xfrm>
        </p:grpSpPr>
        <p:grpSp>
          <p:nvGrpSpPr>
            <p:cNvPr id="851" name="Google Shape;851;p44"/>
            <p:cNvGrpSpPr/>
            <p:nvPr/>
          </p:nvGrpSpPr>
          <p:grpSpPr>
            <a:xfrm>
              <a:off x="7478426" y="-127029"/>
              <a:ext cx="1868538" cy="2118801"/>
              <a:chOff x="7478426" y="-127029"/>
              <a:chExt cx="1868538" cy="2118801"/>
            </a:xfrm>
          </p:grpSpPr>
          <p:pic>
            <p:nvPicPr>
              <p:cNvPr id="852" name="Google Shape;852;p44"/>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853" name="Google Shape;853;p44"/>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854" name="Google Shape;854;p44"/>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855" name="Google Shape;855;p44"/>
            <p:cNvGrpSpPr/>
            <p:nvPr/>
          </p:nvGrpSpPr>
          <p:grpSpPr>
            <a:xfrm>
              <a:off x="7397076" y="3025158"/>
              <a:ext cx="2025548" cy="2210363"/>
              <a:chOff x="7397076" y="3025158"/>
              <a:chExt cx="2025548" cy="2210363"/>
            </a:xfrm>
          </p:grpSpPr>
          <p:pic>
            <p:nvPicPr>
              <p:cNvPr id="856" name="Google Shape;856;p44"/>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857" name="Google Shape;857;p44"/>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858" name="Google Shape;858;p44"/>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859" name="Google Shape;859;p44"/>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860" name="Google Shape;860;p44"/>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861" name="Google Shape;861;p44"/>
            <p:cNvGrpSpPr/>
            <p:nvPr/>
          </p:nvGrpSpPr>
          <p:grpSpPr>
            <a:xfrm>
              <a:off x="6894637" y="1827646"/>
              <a:ext cx="1579787" cy="1690934"/>
              <a:chOff x="6894637" y="1827646"/>
              <a:chExt cx="1579787" cy="1690934"/>
            </a:xfrm>
          </p:grpSpPr>
          <p:pic>
            <p:nvPicPr>
              <p:cNvPr id="862" name="Google Shape;862;p44"/>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863" name="Google Shape;863;p44"/>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864" name="Google Shape;864;p44"/>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865" name="Google Shape;865;p44"/>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866" name="Google Shape;866;p44"/>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867" name="Google Shape;867;p44"/>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868" name="Google Shape;868;p44"/>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869" name="Google Shape;869;p44"/>
            <p:cNvGrpSpPr/>
            <p:nvPr/>
          </p:nvGrpSpPr>
          <p:grpSpPr>
            <a:xfrm>
              <a:off x="6761280" y="-290198"/>
              <a:ext cx="6359214" cy="5727549"/>
              <a:chOff x="6761280" y="-290198"/>
              <a:chExt cx="6359214" cy="5727549"/>
            </a:xfrm>
          </p:grpSpPr>
          <p:pic>
            <p:nvPicPr>
              <p:cNvPr id="870" name="Google Shape;870;p44"/>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871" name="Google Shape;871;p44"/>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872" name="Google Shape;872;p44"/>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873" name="Google Shape;873;p44"/>
          <p:cNvSpPr txBox="1"/>
          <p:nvPr>
            <p:ph idx="4294967295" type="subTitle"/>
          </p:nvPr>
        </p:nvSpPr>
        <p:spPr>
          <a:xfrm>
            <a:off x="720000" y="844425"/>
            <a:ext cx="7481700" cy="3199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Should be 50+ words </a:t>
            </a:r>
            <a:r>
              <a:rPr b="1" lang="en" u="sng"/>
              <a:t>(no ONE liners)</a:t>
            </a:r>
            <a:endParaRPr b="1" u="sng"/>
          </a:p>
          <a:p>
            <a:pPr indent="-317500" lvl="0" marL="457200" rtl="0" algn="l">
              <a:spcBef>
                <a:spcPts val="0"/>
              </a:spcBef>
              <a:spcAft>
                <a:spcPts val="0"/>
              </a:spcAft>
              <a:buSzPts val="1400"/>
              <a:buChar char="-"/>
            </a:pPr>
            <a:r>
              <a:rPr lang="en"/>
              <a:t>Explain the reason for your final recommendation (</a:t>
            </a:r>
            <a:r>
              <a:rPr lang="en"/>
              <a:t>referencing the scores and Golden Rules)</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rPr lang="en"/>
              <a:t>	</a:t>
            </a:r>
            <a:r>
              <a:rPr i="1" lang="en"/>
              <a:t>Example: Response A is recommended because it included the required product link, which the user explicitly asked for. Response B identified the correct item but missed this key requirement and thus failed in </a:t>
            </a:r>
            <a:r>
              <a:rPr b="1" i="1" lang="en" u="sng"/>
              <a:t>task completion</a:t>
            </a:r>
            <a:r>
              <a:rPr i="1" lang="en"/>
              <a:t>. Since </a:t>
            </a:r>
            <a:r>
              <a:rPr b="1" i="1" lang="en" u="sng"/>
              <a:t>task completion takes priority over performance</a:t>
            </a:r>
            <a:r>
              <a:rPr i="1" lang="en"/>
              <a:t>, Response A is the correct choice.</a:t>
            </a:r>
            <a:endParaRPr i="1"/>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Explain the most important difference that led to your choice</a:t>
            </a:r>
            <a:endParaRPr/>
          </a:p>
          <a:p>
            <a:pPr indent="0" lvl="0" marL="914400" rtl="0" algn="l">
              <a:spcBef>
                <a:spcPts val="0"/>
              </a:spcBef>
              <a:spcAft>
                <a:spcPts val="0"/>
              </a:spcAft>
              <a:buNone/>
            </a:pPr>
            <a:r>
              <a:t/>
            </a:r>
            <a:endParaRPr i="1"/>
          </a:p>
          <a:p>
            <a:pPr indent="0" lvl="0" marL="914400" rtl="0" algn="l">
              <a:spcBef>
                <a:spcPts val="0"/>
              </a:spcBef>
              <a:spcAft>
                <a:spcPts val="0"/>
              </a:spcAft>
              <a:buNone/>
            </a:pPr>
            <a:r>
              <a:rPr i="1" lang="en"/>
              <a:t>Example: Response A navigated directly to the relevant page, avoided repeated or unnecessary steps, and presented the required information clearly. Response B took extra steps and opened unrelated pages, making the process less efficient.</a:t>
            </a:r>
            <a:endParaRPr i="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5"/>
          <p:cNvSpPr txBox="1"/>
          <p:nvPr>
            <p:ph type="title"/>
          </p:nvPr>
        </p:nvSpPr>
        <p:spPr>
          <a:xfrm>
            <a:off x="720000" y="28171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Golden Example</a:t>
            </a:r>
            <a:endParaRPr sz="1900"/>
          </a:p>
        </p:txBody>
      </p:sp>
      <p:grpSp>
        <p:nvGrpSpPr>
          <p:cNvPr id="879" name="Google Shape;879;p45"/>
          <p:cNvGrpSpPr/>
          <p:nvPr/>
        </p:nvGrpSpPr>
        <p:grpSpPr>
          <a:xfrm>
            <a:off x="6761280" y="-290198"/>
            <a:ext cx="6359214" cy="5727549"/>
            <a:chOff x="6761280" y="-290198"/>
            <a:chExt cx="6359214" cy="5727549"/>
          </a:xfrm>
        </p:grpSpPr>
        <p:grpSp>
          <p:nvGrpSpPr>
            <p:cNvPr id="880" name="Google Shape;880;p45"/>
            <p:cNvGrpSpPr/>
            <p:nvPr/>
          </p:nvGrpSpPr>
          <p:grpSpPr>
            <a:xfrm>
              <a:off x="7478426" y="-127029"/>
              <a:ext cx="1868538" cy="2118801"/>
              <a:chOff x="7478426" y="-127029"/>
              <a:chExt cx="1868538" cy="2118801"/>
            </a:xfrm>
          </p:grpSpPr>
          <p:pic>
            <p:nvPicPr>
              <p:cNvPr id="881" name="Google Shape;881;p45"/>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882" name="Google Shape;882;p45"/>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883" name="Google Shape;883;p45"/>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884" name="Google Shape;884;p45"/>
            <p:cNvGrpSpPr/>
            <p:nvPr/>
          </p:nvGrpSpPr>
          <p:grpSpPr>
            <a:xfrm>
              <a:off x="7397076" y="3025158"/>
              <a:ext cx="2025548" cy="2210363"/>
              <a:chOff x="7397076" y="3025158"/>
              <a:chExt cx="2025548" cy="2210363"/>
            </a:xfrm>
          </p:grpSpPr>
          <p:pic>
            <p:nvPicPr>
              <p:cNvPr id="885" name="Google Shape;885;p45"/>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886" name="Google Shape;886;p45"/>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887" name="Google Shape;887;p45"/>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888" name="Google Shape;888;p45"/>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889" name="Google Shape;889;p45"/>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890" name="Google Shape;890;p45"/>
            <p:cNvGrpSpPr/>
            <p:nvPr/>
          </p:nvGrpSpPr>
          <p:grpSpPr>
            <a:xfrm>
              <a:off x="6894637" y="1827646"/>
              <a:ext cx="1579787" cy="1690934"/>
              <a:chOff x="6894637" y="1827646"/>
              <a:chExt cx="1579787" cy="1690934"/>
            </a:xfrm>
          </p:grpSpPr>
          <p:pic>
            <p:nvPicPr>
              <p:cNvPr id="891" name="Google Shape;891;p45"/>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892" name="Google Shape;892;p45"/>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893" name="Google Shape;893;p45"/>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894" name="Google Shape;894;p45"/>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895" name="Google Shape;895;p45"/>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896" name="Google Shape;896;p45"/>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897" name="Google Shape;897;p45"/>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898" name="Google Shape;898;p45"/>
            <p:cNvGrpSpPr/>
            <p:nvPr/>
          </p:nvGrpSpPr>
          <p:grpSpPr>
            <a:xfrm>
              <a:off x="6761280" y="-290198"/>
              <a:ext cx="6359214" cy="5727549"/>
              <a:chOff x="6761280" y="-290198"/>
              <a:chExt cx="6359214" cy="5727549"/>
            </a:xfrm>
          </p:grpSpPr>
          <p:pic>
            <p:nvPicPr>
              <p:cNvPr id="899" name="Google Shape;899;p45"/>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900" name="Google Shape;900;p45"/>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901" name="Google Shape;901;p45"/>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902" name="Google Shape;902;p45"/>
          <p:cNvSpPr txBox="1"/>
          <p:nvPr>
            <p:ph idx="4294967295" type="subTitle"/>
          </p:nvPr>
        </p:nvSpPr>
        <p:spPr>
          <a:xfrm>
            <a:off x="0" y="1042700"/>
            <a:ext cx="8201700" cy="3199800"/>
          </a:xfrm>
          <a:prstGeom prst="rect">
            <a:avLst/>
          </a:prstGeom>
        </p:spPr>
        <p:txBody>
          <a:bodyPr anchorCtr="0" anchor="t" bIns="91425" lIns="91425" spcFirstLastPara="1" rIns="91425" wrap="square" tIns="91425">
            <a:noAutofit/>
          </a:bodyPr>
          <a:lstStyle/>
          <a:p>
            <a:pPr indent="0" lvl="0" marL="914400" rtl="0" algn="l">
              <a:spcBef>
                <a:spcPts val="0"/>
              </a:spcBef>
              <a:spcAft>
                <a:spcPts val="0"/>
              </a:spcAft>
              <a:buNone/>
            </a:pPr>
            <a:r>
              <a:rPr lang="en" sz="1600"/>
              <a:t>Response A is the better response because it</a:t>
            </a:r>
            <a:r>
              <a:rPr b="1" lang="en" sz="1600"/>
              <a:t> </a:t>
            </a:r>
            <a:r>
              <a:rPr b="1" lang="en" sz="1600">
                <a:solidFill>
                  <a:srgbClr val="212121"/>
                </a:solidFill>
                <a:highlight>
                  <a:srgbClr val="FFFF00"/>
                </a:highlight>
              </a:rPr>
              <a:t>fully completed the task and all the sub-requests</a:t>
            </a:r>
            <a:r>
              <a:rPr lang="en" sz="1600"/>
              <a:t>. It gave the user all the information they needed and included several links in the response, making everything very easy to verify. Response B included some core information, but did not provide a direct documentation link, which </a:t>
            </a:r>
            <a:r>
              <a:rPr b="1" lang="en" sz="1600"/>
              <a:t>was a missed constraint</a:t>
            </a:r>
            <a:r>
              <a:rPr lang="en" sz="1600"/>
              <a:t>. </a:t>
            </a:r>
            <a:r>
              <a:rPr b="1" lang="en" sz="1600" u="sng">
                <a:solidFill>
                  <a:srgbClr val="212121"/>
                </a:solidFill>
                <a:highlight>
                  <a:srgbClr val="00FF00"/>
                </a:highlight>
              </a:rPr>
              <a:t>Since task completion and correctness are more important than performance</a:t>
            </a:r>
            <a:r>
              <a:rPr lang="en" sz="1600">
                <a:solidFill>
                  <a:srgbClr val="212121"/>
                </a:solidFill>
                <a:highlight>
                  <a:srgbClr val="00FF00"/>
                </a:highlight>
              </a:rPr>
              <a:t>,</a:t>
            </a:r>
            <a:r>
              <a:rPr lang="en" sz="1600"/>
              <a:t> the missing link makes Response B less useful overall, making Response A the stronger response and the winner.</a:t>
            </a:r>
            <a:endParaRPr sz="1600"/>
          </a:p>
          <a:p>
            <a:pPr indent="0" lvl="0" marL="914400" rtl="0" algn="l">
              <a:spcBef>
                <a:spcPts val="0"/>
              </a:spcBef>
              <a:spcAft>
                <a:spcPts val="0"/>
              </a:spcAft>
              <a:buNone/>
            </a:pPr>
            <a:r>
              <a:t/>
            </a:r>
            <a:endParaRPr sz="1600"/>
          </a:p>
        </p:txBody>
      </p:sp>
      <p:sp>
        <p:nvSpPr>
          <p:cNvPr id="903" name="Google Shape;903;p45"/>
          <p:cNvSpPr txBox="1"/>
          <p:nvPr>
            <p:ph idx="4294967295" type="subTitle"/>
          </p:nvPr>
        </p:nvSpPr>
        <p:spPr>
          <a:xfrm>
            <a:off x="993700" y="3454475"/>
            <a:ext cx="7577100" cy="13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NOTE: </a:t>
            </a:r>
            <a:r>
              <a:rPr i="1" lang="en"/>
              <a:t>Do not use any LLMs to write your justification, and do not use tools like Grammarly or Quillbot for spell checks. The client is not expecting fancy language. Simple, clear wording that explains all the requirements is what matters.</a:t>
            </a:r>
            <a:endParaRPr i="1"/>
          </a:p>
          <a:p>
            <a:pPr indent="0" lvl="0" marL="0" rtl="0" algn="l">
              <a:spcBef>
                <a:spcPts val="0"/>
              </a:spcBef>
              <a:spcAft>
                <a:spcPts val="0"/>
              </a:spcAft>
              <a:buNone/>
            </a:pPr>
            <a:r>
              <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46"/>
          <p:cNvSpPr txBox="1"/>
          <p:nvPr>
            <p:ph type="title"/>
          </p:nvPr>
        </p:nvSpPr>
        <p:spPr>
          <a:xfrm>
            <a:off x="720000" y="235084"/>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 Trainer Checklist</a:t>
            </a:r>
            <a:endParaRPr sz="1700"/>
          </a:p>
        </p:txBody>
      </p:sp>
      <p:grpSp>
        <p:nvGrpSpPr>
          <p:cNvPr id="909" name="Google Shape;909;p46"/>
          <p:cNvGrpSpPr/>
          <p:nvPr/>
        </p:nvGrpSpPr>
        <p:grpSpPr>
          <a:xfrm>
            <a:off x="6761280" y="-290198"/>
            <a:ext cx="6359214" cy="5727549"/>
            <a:chOff x="6761280" y="-290198"/>
            <a:chExt cx="6359214" cy="5727549"/>
          </a:xfrm>
        </p:grpSpPr>
        <p:grpSp>
          <p:nvGrpSpPr>
            <p:cNvPr id="910" name="Google Shape;910;p46"/>
            <p:cNvGrpSpPr/>
            <p:nvPr/>
          </p:nvGrpSpPr>
          <p:grpSpPr>
            <a:xfrm>
              <a:off x="7478426" y="-127029"/>
              <a:ext cx="1868538" cy="2118801"/>
              <a:chOff x="7478426" y="-127029"/>
              <a:chExt cx="1868538" cy="2118801"/>
            </a:xfrm>
          </p:grpSpPr>
          <p:pic>
            <p:nvPicPr>
              <p:cNvPr id="911" name="Google Shape;911;p46"/>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912" name="Google Shape;912;p46"/>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913" name="Google Shape;913;p46"/>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914" name="Google Shape;914;p46"/>
            <p:cNvGrpSpPr/>
            <p:nvPr/>
          </p:nvGrpSpPr>
          <p:grpSpPr>
            <a:xfrm>
              <a:off x="7397076" y="3025158"/>
              <a:ext cx="2025548" cy="2210363"/>
              <a:chOff x="7397076" y="3025158"/>
              <a:chExt cx="2025548" cy="2210363"/>
            </a:xfrm>
          </p:grpSpPr>
          <p:pic>
            <p:nvPicPr>
              <p:cNvPr id="915" name="Google Shape;915;p46"/>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916" name="Google Shape;916;p46"/>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917" name="Google Shape;917;p46"/>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918" name="Google Shape;918;p46"/>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919" name="Google Shape;919;p46"/>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920" name="Google Shape;920;p46"/>
            <p:cNvGrpSpPr/>
            <p:nvPr/>
          </p:nvGrpSpPr>
          <p:grpSpPr>
            <a:xfrm>
              <a:off x="6894637" y="1827646"/>
              <a:ext cx="1579787" cy="1690934"/>
              <a:chOff x="6894637" y="1827646"/>
              <a:chExt cx="1579787" cy="1690934"/>
            </a:xfrm>
          </p:grpSpPr>
          <p:pic>
            <p:nvPicPr>
              <p:cNvPr id="921" name="Google Shape;921;p46"/>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922" name="Google Shape;922;p46"/>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923" name="Google Shape;923;p46"/>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924" name="Google Shape;924;p46"/>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925" name="Google Shape;925;p46"/>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926" name="Google Shape;926;p46"/>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927" name="Google Shape;927;p46"/>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928" name="Google Shape;928;p46"/>
            <p:cNvGrpSpPr/>
            <p:nvPr/>
          </p:nvGrpSpPr>
          <p:grpSpPr>
            <a:xfrm>
              <a:off x="6761280" y="-290198"/>
              <a:ext cx="6359214" cy="5727549"/>
              <a:chOff x="6761280" y="-290198"/>
              <a:chExt cx="6359214" cy="5727549"/>
            </a:xfrm>
          </p:grpSpPr>
          <p:pic>
            <p:nvPicPr>
              <p:cNvPr id="929" name="Google Shape;929;p46"/>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930" name="Google Shape;930;p46"/>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931" name="Google Shape;931;p46"/>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932" name="Google Shape;932;p46"/>
          <p:cNvSpPr txBox="1"/>
          <p:nvPr>
            <p:ph idx="4294967295" type="subTitle"/>
          </p:nvPr>
        </p:nvSpPr>
        <p:spPr>
          <a:xfrm>
            <a:off x="0" y="842781"/>
            <a:ext cx="8201700" cy="3199800"/>
          </a:xfrm>
          <a:prstGeom prst="rect">
            <a:avLst/>
          </a:prstGeom>
        </p:spPr>
        <p:txBody>
          <a:bodyPr anchorCtr="0" anchor="t" bIns="91425" lIns="91425" spcFirstLastPara="1" rIns="91425" wrap="square" tIns="91425">
            <a:noAutofit/>
          </a:bodyPr>
          <a:lstStyle/>
          <a:p>
            <a:pPr indent="0" lvl="0" marL="914400" rtl="0" algn="l">
              <a:spcBef>
                <a:spcPts val="0"/>
              </a:spcBef>
              <a:spcAft>
                <a:spcPts val="0"/>
              </a:spcAft>
              <a:buNone/>
            </a:pPr>
            <a:r>
              <a:rPr lang="en" sz="1200"/>
              <a:t>⬜ 🧠 Prompt understood </a:t>
            </a:r>
            <a:r>
              <a:rPr i="1" lang="en" sz="1200"/>
              <a:t>(Main goal + ALL sub-requests. Yes, all.)</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All constraints &amp; expectations captured </a:t>
            </a:r>
            <a:r>
              <a:rPr i="1" lang="en" sz="1200"/>
              <a:t>(No “oops I missed that” later.)</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Should Do / Should Not Do present </a:t>
            </a:r>
            <a:r>
              <a:rPr i="1" lang="en" sz="1200"/>
              <a:t>(Structure exists. Chaos does not.)</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No AI used to evaluate </a:t>
            </a:r>
            <a:r>
              <a:rPr i="1" lang="en" sz="1200"/>
              <a:t>(Not even “just to double-check.” Naughty.)</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Main goal fulfilled</a:t>
            </a:r>
            <a:r>
              <a:rPr i="1" lang="en" sz="1200"/>
              <a:t> (The actual thing the user asked for.)</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ALL requirements &amp; sub-requests fulfilled </a:t>
            </a:r>
            <a:r>
              <a:rPr i="1" lang="en" sz="1200"/>
              <a:t>(“Almost” does not count.)</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Every objective claim identified </a:t>
            </a:r>
            <a:r>
              <a:rPr i="1" lang="en" sz="1200"/>
              <a:t>(If it can be fact-checked, it must be.)</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Every objective claim fact-checked </a:t>
            </a:r>
            <a:r>
              <a:rPr i="1" lang="en" sz="1200"/>
              <a:t>(Trust issues encouraged.)</a:t>
            </a:r>
            <a:endParaRPr i="1" sz="1200"/>
          </a:p>
          <a:p>
            <a:pPr indent="0" lvl="0" marL="914400" rtl="0" algn="l">
              <a:spcBef>
                <a:spcPts val="0"/>
              </a:spcBef>
              <a:spcAft>
                <a:spcPts val="0"/>
              </a:spcAft>
              <a:buNone/>
            </a:pPr>
            <a:r>
              <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grpSp>
        <p:nvGrpSpPr>
          <p:cNvPr id="937" name="Google Shape;937;p47"/>
          <p:cNvGrpSpPr/>
          <p:nvPr/>
        </p:nvGrpSpPr>
        <p:grpSpPr>
          <a:xfrm>
            <a:off x="6761280" y="-290198"/>
            <a:ext cx="6359214" cy="5727549"/>
            <a:chOff x="6761280" y="-290198"/>
            <a:chExt cx="6359214" cy="5727549"/>
          </a:xfrm>
        </p:grpSpPr>
        <p:grpSp>
          <p:nvGrpSpPr>
            <p:cNvPr id="938" name="Google Shape;938;p47"/>
            <p:cNvGrpSpPr/>
            <p:nvPr/>
          </p:nvGrpSpPr>
          <p:grpSpPr>
            <a:xfrm>
              <a:off x="7478426" y="-127029"/>
              <a:ext cx="1868538" cy="2118801"/>
              <a:chOff x="7478426" y="-127029"/>
              <a:chExt cx="1868538" cy="2118801"/>
            </a:xfrm>
          </p:grpSpPr>
          <p:pic>
            <p:nvPicPr>
              <p:cNvPr id="939" name="Google Shape;939;p47"/>
              <p:cNvPicPr preferRelativeResize="0"/>
              <p:nvPr/>
            </p:nvPicPr>
            <p:blipFill>
              <a:blip r:embed="rId3">
                <a:alphaModFix/>
              </a:blip>
              <a:stretch>
                <a:fillRect/>
              </a:stretch>
            </p:blipFill>
            <p:spPr>
              <a:xfrm flipH="1" rot="10800000">
                <a:off x="7786463" y="-127029"/>
                <a:ext cx="1560501" cy="1798629"/>
              </a:xfrm>
              <a:prstGeom prst="rect">
                <a:avLst/>
              </a:prstGeom>
              <a:noFill/>
              <a:ln>
                <a:noFill/>
              </a:ln>
            </p:spPr>
          </p:pic>
          <p:pic>
            <p:nvPicPr>
              <p:cNvPr id="940" name="Google Shape;940;p47"/>
              <p:cNvPicPr preferRelativeResize="0"/>
              <p:nvPr/>
            </p:nvPicPr>
            <p:blipFill>
              <a:blip r:embed="rId4">
                <a:alphaModFix/>
              </a:blip>
              <a:stretch>
                <a:fillRect/>
              </a:stretch>
            </p:blipFill>
            <p:spPr>
              <a:xfrm flipH="1" rot="10800000">
                <a:off x="7478426" y="10003"/>
                <a:ext cx="1719374" cy="1981768"/>
              </a:xfrm>
              <a:prstGeom prst="rect">
                <a:avLst/>
              </a:prstGeom>
              <a:noFill/>
              <a:ln>
                <a:noFill/>
              </a:ln>
            </p:spPr>
          </p:pic>
          <p:pic>
            <p:nvPicPr>
              <p:cNvPr id="941" name="Google Shape;941;p47"/>
              <p:cNvPicPr preferRelativeResize="0"/>
              <p:nvPr/>
            </p:nvPicPr>
            <p:blipFill rotWithShape="1">
              <a:blip r:embed="rId5">
                <a:alphaModFix/>
              </a:blip>
              <a:srcRect b="0" l="45530" r="45530" t="0"/>
              <a:stretch/>
            </p:blipFill>
            <p:spPr>
              <a:xfrm rot="7199987">
                <a:off x="8652723" y="10468"/>
                <a:ext cx="77654" cy="834994"/>
              </a:xfrm>
              <a:prstGeom prst="rect">
                <a:avLst/>
              </a:prstGeom>
              <a:noFill/>
              <a:ln>
                <a:noFill/>
              </a:ln>
            </p:spPr>
          </p:pic>
        </p:grpSp>
        <p:grpSp>
          <p:nvGrpSpPr>
            <p:cNvPr id="942" name="Google Shape;942;p47"/>
            <p:cNvGrpSpPr/>
            <p:nvPr/>
          </p:nvGrpSpPr>
          <p:grpSpPr>
            <a:xfrm>
              <a:off x="7397076" y="3025158"/>
              <a:ext cx="2025548" cy="2210363"/>
              <a:chOff x="7397076" y="3025158"/>
              <a:chExt cx="2025548" cy="2210363"/>
            </a:xfrm>
          </p:grpSpPr>
          <p:pic>
            <p:nvPicPr>
              <p:cNvPr id="943" name="Google Shape;943;p47"/>
              <p:cNvPicPr preferRelativeResize="0"/>
              <p:nvPr/>
            </p:nvPicPr>
            <p:blipFill>
              <a:blip r:embed="rId3">
                <a:alphaModFix/>
              </a:blip>
              <a:stretch>
                <a:fillRect/>
              </a:stretch>
            </p:blipFill>
            <p:spPr>
              <a:xfrm flipH="1" rot="10800000">
                <a:off x="7703250" y="3025158"/>
                <a:ext cx="1719374" cy="1981768"/>
              </a:xfrm>
              <a:prstGeom prst="rect">
                <a:avLst/>
              </a:prstGeom>
              <a:noFill/>
              <a:ln>
                <a:noFill/>
              </a:ln>
            </p:spPr>
          </p:pic>
          <p:pic>
            <p:nvPicPr>
              <p:cNvPr id="944" name="Google Shape;944;p47"/>
              <p:cNvPicPr preferRelativeResize="0"/>
              <p:nvPr/>
            </p:nvPicPr>
            <p:blipFill>
              <a:blip r:embed="rId4">
                <a:alphaModFix/>
              </a:blip>
              <a:stretch>
                <a:fillRect/>
              </a:stretch>
            </p:blipFill>
            <p:spPr>
              <a:xfrm flipH="1" rot="10800000">
                <a:off x="7553013" y="3253753"/>
                <a:ext cx="1719374" cy="1981768"/>
              </a:xfrm>
              <a:prstGeom prst="rect">
                <a:avLst/>
              </a:prstGeom>
              <a:noFill/>
              <a:ln>
                <a:noFill/>
              </a:ln>
            </p:spPr>
          </p:pic>
          <p:pic>
            <p:nvPicPr>
              <p:cNvPr id="945" name="Google Shape;945;p47"/>
              <p:cNvPicPr preferRelativeResize="0"/>
              <p:nvPr/>
            </p:nvPicPr>
            <p:blipFill rotWithShape="1">
              <a:blip r:embed="rId5">
                <a:alphaModFix/>
              </a:blip>
              <a:srcRect b="0" l="45530" r="45530" t="0"/>
              <a:stretch/>
            </p:blipFill>
            <p:spPr>
              <a:xfrm rot="10800000">
                <a:off x="7701799" y="3804751"/>
                <a:ext cx="77654" cy="890700"/>
              </a:xfrm>
              <a:prstGeom prst="rect">
                <a:avLst/>
              </a:prstGeom>
              <a:noFill/>
              <a:ln>
                <a:noFill/>
              </a:ln>
            </p:spPr>
          </p:pic>
          <p:pic>
            <p:nvPicPr>
              <p:cNvPr id="946" name="Google Shape;946;p47"/>
              <p:cNvPicPr preferRelativeResize="0"/>
              <p:nvPr/>
            </p:nvPicPr>
            <p:blipFill rotWithShape="1">
              <a:blip r:embed="rId5">
                <a:alphaModFix/>
              </a:blip>
              <a:srcRect b="0" l="45530" r="45530" t="0"/>
              <a:stretch/>
            </p:blipFill>
            <p:spPr>
              <a:xfrm rot="-3600013">
                <a:off x="8043948" y="4426881"/>
                <a:ext cx="77654" cy="834993"/>
              </a:xfrm>
              <a:prstGeom prst="rect">
                <a:avLst/>
              </a:prstGeom>
              <a:noFill/>
              <a:ln>
                <a:noFill/>
              </a:ln>
            </p:spPr>
          </p:pic>
          <p:pic>
            <p:nvPicPr>
              <p:cNvPr id="947" name="Google Shape;947;p47"/>
              <p:cNvPicPr preferRelativeResize="0"/>
              <p:nvPr/>
            </p:nvPicPr>
            <p:blipFill>
              <a:blip r:embed="rId6">
                <a:alphaModFix/>
              </a:blip>
              <a:stretch>
                <a:fillRect/>
              </a:stretch>
            </p:blipFill>
            <p:spPr>
              <a:xfrm flipH="1" rot="10800000">
                <a:off x="7397076" y="4419215"/>
                <a:ext cx="538674" cy="552474"/>
              </a:xfrm>
              <a:prstGeom prst="rect">
                <a:avLst/>
              </a:prstGeom>
              <a:noFill/>
              <a:ln>
                <a:noFill/>
              </a:ln>
            </p:spPr>
          </p:pic>
        </p:grpSp>
        <p:grpSp>
          <p:nvGrpSpPr>
            <p:cNvPr id="948" name="Google Shape;948;p47"/>
            <p:cNvGrpSpPr/>
            <p:nvPr/>
          </p:nvGrpSpPr>
          <p:grpSpPr>
            <a:xfrm>
              <a:off x="6894637" y="1827646"/>
              <a:ext cx="1579787" cy="1690934"/>
              <a:chOff x="6894637" y="1827646"/>
              <a:chExt cx="1579787" cy="1690934"/>
            </a:xfrm>
          </p:grpSpPr>
          <p:pic>
            <p:nvPicPr>
              <p:cNvPr id="949" name="Google Shape;949;p47"/>
              <p:cNvPicPr preferRelativeResize="0"/>
              <p:nvPr/>
            </p:nvPicPr>
            <p:blipFill>
              <a:blip r:embed="rId3">
                <a:alphaModFix/>
              </a:blip>
              <a:stretch>
                <a:fillRect/>
              </a:stretch>
            </p:blipFill>
            <p:spPr>
              <a:xfrm flipH="1" rot="10800000">
                <a:off x="7021082" y="1854714"/>
                <a:ext cx="1108501" cy="1277681"/>
              </a:xfrm>
              <a:prstGeom prst="rect">
                <a:avLst/>
              </a:prstGeom>
              <a:noFill/>
              <a:ln>
                <a:noFill/>
              </a:ln>
            </p:spPr>
          </p:pic>
          <p:pic>
            <p:nvPicPr>
              <p:cNvPr id="950" name="Google Shape;950;p47"/>
              <p:cNvPicPr preferRelativeResize="0"/>
              <p:nvPr/>
            </p:nvPicPr>
            <p:blipFill>
              <a:blip r:embed="rId7">
                <a:alphaModFix/>
              </a:blip>
              <a:stretch>
                <a:fillRect/>
              </a:stretch>
            </p:blipFill>
            <p:spPr>
              <a:xfrm flipH="1" rot="10800000">
                <a:off x="6894637" y="1827646"/>
                <a:ext cx="1315225" cy="1558485"/>
              </a:xfrm>
              <a:prstGeom prst="rect">
                <a:avLst/>
              </a:prstGeom>
              <a:noFill/>
              <a:ln>
                <a:noFill/>
              </a:ln>
            </p:spPr>
          </p:pic>
          <p:pic>
            <p:nvPicPr>
              <p:cNvPr id="951" name="Google Shape;951;p47"/>
              <p:cNvPicPr preferRelativeResize="0"/>
              <p:nvPr/>
            </p:nvPicPr>
            <p:blipFill rotWithShape="1">
              <a:blip r:embed="rId5">
                <a:alphaModFix/>
              </a:blip>
              <a:srcRect b="0" l="45530" r="45530" t="0"/>
              <a:stretch/>
            </p:blipFill>
            <p:spPr>
              <a:xfrm rot="10800000">
                <a:off x="8302826" y="2221926"/>
                <a:ext cx="77649" cy="752276"/>
              </a:xfrm>
              <a:prstGeom prst="rect">
                <a:avLst/>
              </a:prstGeom>
              <a:noFill/>
              <a:ln>
                <a:noFill/>
              </a:ln>
            </p:spPr>
          </p:pic>
          <p:pic>
            <p:nvPicPr>
              <p:cNvPr id="952" name="Google Shape;952;p47"/>
              <p:cNvPicPr preferRelativeResize="0"/>
              <p:nvPr/>
            </p:nvPicPr>
            <p:blipFill rotWithShape="1">
              <a:blip r:embed="rId5">
                <a:alphaModFix/>
              </a:blip>
              <a:srcRect b="0" l="45530" r="45530" t="0"/>
              <a:stretch/>
            </p:blipFill>
            <p:spPr>
              <a:xfrm rot="-7200001">
                <a:off x="7899517" y="2920749"/>
                <a:ext cx="77649" cy="752276"/>
              </a:xfrm>
              <a:prstGeom prst="rect">
                <a:avLst/>
              </a:prstGeom>
              <a:noFill/>
              <a:ln>
                <a:noFill/>
              </a:ln>
            </p:spPr>
          </p:pic>
          <p:pic>
            <p:nvPicPr>
              <p:cNvPr id="953" name="Google Shape;953;p47"/>
              <p:cNvPicPr preferRelativeResize="0"/>
              <p:nvPr/>
            </p:nvPicPr>
            <p:blipFill>
              <a:blip r:embed="rId8">
                <a:alphaModFix/>
              </a:blip>
              <a:stretch>
                <a:fillRect/>
              </a:stretch>
            </p:blipFill>
            <p:spPr>
              <a:xfrm flipH="1" rot="10800000">
                <a:off x="7935750" y="2779453"/>
                <a:ext cx="538674" cy="552474"/>
              </a:xfrm>
              <a:prstGeom prst="rect">
                <a:avLst/>
              </a:prstGeom>
              <a:noFill/>
              <a:ln>
                <a:noFill/>
              </a:ln>
            </p:spPr>
          </p:pic>
        </p:grpSp>
        <p:pic>
          <p:nvPicPr>
            <p:cNvPr id="954" name="Google Shape;954;p47"/>
            <p:cNvPicPr preferRelativeResize="0"/>
            <p:nvPr/>
          </p:nvPicPr>
          <p:blipFill rotWithShape="1">
            <a:blip r:embed="rId5">
              <a:alphaModFix/>
            </a:blip>
            <a:srcRect b="0" l="45530" r="45530" t="0"/>
            <a:stretch/>
          </p:blipFill>
          <p:spPr>
            <a:xfrm rot="-7199987">
              <a:off x="9764774" y="3033480"/>
              <a:ext cx="77654" cy="834994"/>
            </a:xfrm>
            <a:prstGeom prst="rect">
              <a:avLst/>
            </a:prstGeom>
            <a:noFill/>
            <a:ln>
              <a:noFill/>
            </a:ln>
          </p:spPr>
        </p:pic>
        <p:pic>
          <p:nvPicPr>
            <p:cNvPr id="955" name="Google Shape;955;p47"/>
            <p:cNvPicPr preferRelativeResize="0"/>
            <p:nvPr/>
          </p:nvPicPr>
          <p:blipFill rotWithShape="1">
            <a:blip r:embed="rId5">
              <a:alphaModFix/>
            </a:blip>
            <a:srcRect b="0" l="45530" r="45530" t="0"/>
            <a:stretch/>
          </p:blipFill>
          <p:spPr>
            <a:xfrm rot="10800000">
              <a:off x="9357637" y="3804751"/>
              <a:ext cx="77654" cy="890700"/>
            </a:xfrm>
            <a:prstGeom prst="rect">
              <a:avLst/>
            </a:prstGeom>
            <a:noFill/>
            <a:ln>
              <a:noFill/>
            </a:ln>
          </p:spPr>
        </p:pic>
        <p:grpSp>
          <p:nvGrpSpPr>
            <p:cNvPr id="956" name="Google Shape;956;p47"/>
            <p:cNvGrpSpPr/>
            <p:nvPr/>
          </p:nvGrpSpPr>
          <p:grpSpPr>
            <a:xfrm>
              <a:off x="6761280" y="-290198"/>
              <a:ext cx="6359214" cy="5727549"/>
              <a:chOff x="6761280" y="-290198"/>
              <a:chExt cx="6359214" cy="5727549"/>
            </a:xfrm>
          </p:grpSpPr>
          <p:pic>
            <p:nvPicPr>
              <p:cNvPr id="957" name="Google Shape;957;p47"/>
              <p:cNvPicPr preferRelativeResize="0"/>
              <p:nvPr/>
            </p:nvPicPr>
            <p:blipFill rotWithShape="1">
              <a:blip r:embed="rId9">
                <a:alphaModFix/>
              </a:blip>
              <a:srcRect b="0" l="49481" r="49482" t="0"/>
              <a:stretch/>
            </p:blipFill>
            <p:spPr>
              <a:xfrm flipH="1" rot="10800000">
                <a:off x="8148225" y="-290198"/>
                <a:ext cx="77649" cy="5727549"/>
              </a:xfrm>
              <a:prstGeom prst="rect">
                <a:avLst/>
              </a:prstGeom>
              <a:noFill/>
              <a:ln>
                <a:noFill/>
              </a:ln>
            </p:spPr>
          </p:pic>
          <p:pic>
            <p:nvPicPr>
              <p:cNvPr id="958" name="Google Shape;958;p47"/>
              <p:cNvPicPr preferRelativeResize="0"/>
              <p:nvPr/>
            </p:nvPicPr>
            <p:blipFill rotWithShape="1">
              <a:blip r:embed="rId9">
                <a:alphaModFix/>
              </a:blip>
              <a:srcRect b="0" l="49481" r="49482" t="0"/>
              <a:stretch/>
            </p:blipFill>
            <p:spPr>
              <a:xfrm flipH="1" rot="-5400000">
                <a:off x="9506194" y="965313"/>
                <a:ext cx="77649" cy="5567477"/>
              </a:xfrm>
              <a:prstGeom prst="rect">
                <a:avLst/>
              </a:prstGeom>
              <a:noFill/>
              <a:ln>
                <a:noFill/>
              </a:ln>
            </p:spPr>
          </p:pic>
          <p:pic>
            <p:nvPicPr>
              <p:cNvPr id="959" name="Google Shape;959;p47"/>
              <p:cNvPicPr preferRelativeResize="0"/>
              <p:nvPr/>
            </p:nvPicPr>
            <p:blipFill rotWithShape="1">
              <a:blip r:embed="rId9">
                <a:alphaModFix/>
              </a:blip>
              <a:srcRect b="0" l="49481" r="49482" t="0"/>
              <a:stretch/>
            </p:blipFill>
            <p:spPr>
              <a:xfrm flipH="1" rot="-5400000">
                <a:off x="10297931" y="-1270975"/>
                <a:ext cx="77649" cy="5567477"/>
              </a:xfrm>
              <a:prstGeom prst="rect">
                <a:avLst/>
              </a:prstGeom>
              <a:noFill/>
              <a:ln>
                <a:noFill/>
              </a:ln>
            </p:spPr>
          </p:pic>
        </p:grpSp>
      </p:grpSp>
      <p:sp>
        <p:nvSpPr>
          <p:cNvPr id="960" name="Google Shape;960;p47"/>
          <p:cNvSpPr txBox="1"/>
          <p:nvPr>
            <p:ph idx="4294967295" type="subTitle"/>
          </p:nvPr>
        </p:nvSpPr>
        <p:spPr>
          <a:xfrm>
            <a:off x="0" y="366218"/>
            <a:ext cx="8201700" cy="4536900"/>
          </a:xfrm>
          <a:prstGeom prst="rect">
            <a:avLst/>
          </a:prstGeom>
        </p:spPr>
        <p:txBody>
          <a:bodyPr anchorCtr="0" anchor="t" bIns="91425" lIns="91425" spcFirstLastPara="1" rIns="91425" wrap="square" tIns="91425">
            <a:noAutofit/>
          </a:bodyPr>
          <a:lstStyle/>
          <a:p>
            <a:pPr indent="0" lvl="0" marL="914400" rtl="0" algn="l">
              <a:spcBef>
                <a:spcPts val="0"/>
              </a:spcBef>
              <a:spcAft>
                <a:spcPts val="0"/>
              </a:spcAft>
              <a:buNone/>
            </a:pPr>
            <a:r>
              <a:rPr lang="en" sz="1200"/>
              <a:t>⬜ 🤔 “Cannot confidently assess” used when needed </a:t>
            </a:r>
            <a:r>
              <a:rPr i="1" lang="en" sz="1200"/>
              <a:t>(Confidence ≠ guessing.)</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All claims included in justification builder </a:t>
            </a:r>
            <a:r>
              <a:rPr i="1" lang="en" sz="1200"/>
              <a:t>(No claim left behind.)</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Sources added for each factual claim </a:t>
            </a:r>
            <a:r>
              <a:rPr i="1" lang="en" sz="1200"/>
              <a:t>(Receipts or it didn’t happen.)</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Justifications are detailed </a:t>
            </a:r>
            <a:r>
              <a:rPr i="1" lang="en" sz="1200"/>
              <a:t>(One-liners go straight to jail.)</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AI Performance evaluated </a:t>
            </a:r>
            <a:r>
              <a:rPr i="1" lang="en" sz="1200"/>
              <a:t>(Navigation • Efficiency • Output)</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Winner follows Golden Rules </a:t>
            </a:r>
            <a:r>
              <a:rPr i="1" lang="en" sz="1200"/>
              <a:t>(Correct &gt; Pretty. Always.)</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Scores match winner selection </a:t>
            </a:r>
            <a:r>
              <a:rPr i="1" lang="en" sz="1200"/>
              <a:t>(Math is still real.)</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Winner selection matches justification </a:t>
            </a:r>
            <a:r>
              <a:rPr i="1" lang="en" sz="1200"/>
              <a:t>(They should be friends.)</a:t>
            </a:r>
            <a:endParaRPr i="1" sz="1200"/>
          </a:p>
          <a:p>
            <a:pPr indent="0" lvl="0" marL="914400" rtl="0" algn="l">
              <a:spcBef>
                <a:spcPts val="0"/>
              </a:spcBef>
              <a:spcAft>
                <a:spcPts val="0"/>
              </a:spcAft>
              <a:buNone/>
            </a:pPr>
            <a:r>
              <a:t/>
            </a:r>
            <a:endParaRPr sz="1200"/>
          </a:p>
          <a:p>
            <a:pPr indent="0" lvl="0" marL="914400" rtl="0" algn="l">
              <a:spcBef>
                <a:spcPts val="0"/>
              </a:spcBef>
              <a:spcAft>
                <a:spcPts val="0"/>
              </a:spcAft>
              <a:buNone/>
            </a:pPr>
            <a:r>
              <a:rPr lang="en" sz="1200"/>
              <a:t>⬜ 📝 Final justification is 50+ words AND detailed enough </a:t>
            </a:r>
            <a:r>
              <a:rPr i="1" lang="en" sz="1200"/>
              <a:t>(Length + substance. Both required.)</a:t>
            </a:r>
            <a:endParaRPr i="1" sz="1200"/>
          </a:p>
          <a:p>
            <a:pPr indent="0" lvl="0" marL="914400" rtl="0" algn="l">
              <a:spcBef>
                <a:spcPts val="0"/>
              </a:spcBef>
              <a:spcAft>
                <a:spcPts val="0"/>
              </a:spcAft>
              <a:buNone/>
            </a:pPr>
            <a:r>
              <a:t/>
            </a:r>
            <a:endParaRPr i="1" sz="1200"/>
          </a:p>
          <a:p>
            <a:pPr indent="0" lvl="0" marL="914400" rtl="0" algn="l">
              <a:spcBef>
                <a:spcPts val="0"/>
              </a:spcBef>
              <a:spcAft>
                <a:spcPts val="0"/>
              </a:spcAft>
              <a:buNone/>
            </a:pPr>
            <a:r>
              <a:rPr lang="en" sz="1200"/>
              <a:t>⬜ 🧠 Did I write this myself for this task? </a:t>
            </a:r>
            <a:r>
              <a:rPr i="1" lang="en" sz="1200"/>
              <a:t>(No copy-paste, no repeats, no shortcuts.)</a:t>
            </a:r>
            <a:endParaRPr i="1" sz="1200"/>
          </a:p>
          <a:p>
            <a:pPr indent="0" lvl="0" marL="914400" rtl="0" algn="l">
              <a:spcBef>
                <a:spcPts val="0"/>
              </a:spcBef>
              <a:spcAft>
                <a:spcPts val="0"/>
              </a:spcAft>
              <a:buNone/>
            </a:pPr>
            <a:r>
              <a:t/>
            </a:r>
            <a:endParaRPr i="1"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48"/>
          <p:cNvSpPr txBox="1"/>
          <p:nvPr>
            <p:ph type="title"/>
          </p:nvPr>
        </p:nvSpPr>
        <p:spPr>
          <a:xfrm>
            <a:off x="1779825" y="391349"/>
            <a:ext cx="5388300" cy="119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300"/>
              <a:t>🕵️‍♀️🔍 Be the QA</a:t>
            </a:r>
            <a:endParaRPr sz="5300"/>
          </a:p>
        </p:txBody>
      </p:sp>
      <p:grpSp>
        <p:nvGrpSpPr>
          <p:cNvPr id="966" name="Google Shape;966;p48"/>
          <p:cNvGrpSpPr/>
          <p:nvPr/>
        </p:nvGrpSpPr>
        <p:grpSpPr>
          <a:xfrm>
            <a:off x="-2792279" y="-3460162"/>
            <a:ext cx="6207790" cy="8862880"/>
            <a:chOff x="-2792279" y="-3460162"/>
            <a:chExt cx="6207790" cy="8862880"/>
          </a:xfrm>
        </p:grpSpPr>
        <p:pic>
          <p:nvPicPr>
            <p:cNvPr id="967" name="Google Shape;967;p48"/>
            <p:cNvPicPr preferRelativeResize="0"/>
            <p:nvPr/>
          </p:nvPicPr>
          <p:blipFill rotWithShape="1">
            <a:blip r:embed="rId3">
              <a:alphaModFix/>
            </a:blip>
            <a:srcRect b="0" l="45530" r="45530" t="0"/>
            <a:stretch/>
          </p:blipFill>
          <p:spPr>
            <a:xfrm flipH="1">
              <a:off x="-57245" y="2667964"/>
              <a:ext cx="70701" cy="684967"/>
            </a:xfrm>
            <a:prstGeom prst="rect">
              <a:avLst/>
            </a:prstGeom>
            <a:noFill/>
            <a:ln>
              <a:noFill/>
            </a:ln>
          </p:spPr>
        </p:pic>
        <p:pic>
          <p:nvPicPr>
            <p:cNvPr id="968" name="Google Shape;968;p48"/>
            <p:cNvPicPr preferRelativeResize="0"/>
            <p:nvPr/>
          </p:nvPicPr>
          <p:blipFill rotWithShape="1">
            <a:blip r:embed="rId3">
              <a:alphaModFix/>
            </a:blip>
            <a:srcRect b="0" l="45530" r="45530" t="0"/>
            <a:stretch/>
          </p:blipFill>
          <p:spPr>
            <a:xfrm flipH="1" rot="-3599978">
              <a:off x="-424468" y="2031665"/>
              <a:ext cx="70701" cy="684969"/>
            </a:xfrm>
            <a:prstGeom prst="rect">
              <a:avLst/>
            </a:prstGeom>
            <a:noFill/>
            <a:ln>
              <a:noFill/>
            </a:ln>
          </p:spPr>
        </p:pic>
        <p:pic>
          <p:nvPicPr>
            <p:cNvPr id="969" name="Google Shape;969;p48"/>
            <p:cNvPicPr preferRelativeResize="0"/>
            <p:nvPr/>
          </p:nvPicPr>
          <p:blipFill rotWithShape="1">
            <a:blip r:embed="rId3">
              <a:alphaModFix/>
            </a:blip>
            <a:srcRect b="0" l="45530" r="45530" t="0"/>
            <a:stretch/>
          </p:blipFill>
          <p:spPr>
            <a:xfrm flipH="1" rot="-3599994">
              <a:off x="1273899" y="1853704"/>
              <a:ext cx="70706" cy="760286"/>
            </a:xfrm>
            <a:prstGeom prst="rect">
              <a:avLst/>
            </a:prstGeom>
            <a:noFill/>
            <a:ln>
              <a:noFill/>
            </a:ln>
          </p:spPr>
        </p:pic>
        <p:grpSp>
          <p:nvGrpSpPr>
            <p:cNvPr id="970" name="Google Shape;970;p48"/>
            <p:cNvGrpSpPr/>
            <p:nvPr/>
          </p:nvGrpSpPr>
          <p:grpSpPr>
            <a:xfrm>
              <a:off x="98079" y="2108223"/>
              <a:ext cx="1701364" cy="1929242"/>
              <a:chOff x="98079" y="2108223"/>
              <a:chExt cx="1701364" cy="1929242"/>
            </a:xfrm>
          </p:grpSpPr>
          <p:pic>
            <p:nvPicPr>
              <p:cNvPr id="971" name="Google Shape;971;p48"/>
              <p:cNvPicPr preferRelativeResize="0"/>
              <p:nvPr/>
            </p:nvPicPr>
            <p:blipFill>
              <a:blip r:embed="rId4">
                <a:alphaModFix/>
              </a:blip>
              <a:stretch>
                <a:fillRect/>
              </a:stretch>
            </p:blipFill>
            <p:spPr>
              <a:xfrm>
                <a:off x="98079" y="2108223"/>
                <a:ext cx="1565537" cy="1804453"/>
              </a:xfrm>
              <a:prstGeom prst="rect">
                <a:avLst/>
              </a:prstGeom>
              <a:noFill/>
              <a:ln>
                <a:noFill/>
              </a:ln>
            </p:spPr>
          </p:pic>
          <p:pic>
            <p:nvPicPr>
              <p:cNvPr id="972" name="Google Shape;972;p48"/>
              <p:cNvPicPr preferRelativeResize="0"/>
              <p:nvPr/>
            </p:nvPicPr>
            <p:blipFill>
              <a:blip r:embed="rId5">
                <a:alphaModFix/>
              </a:blip>
              <a:stretch>
                <a:fillRect/>
              </a:stretch>
            </p:blipFill>
            <p:spPr>
              <a:xfrm>
                <a:off x="378555" y="2399723"/>
                <a:ext cx="1420888" cy="1637742"/>
              </a:xfrm>
              <a:prstGeom prst="rect">
                <a:avLst/>
              </a:prstGeom>
              <a:noFill/>
              <a:ln>
                <a:noFill/>
              </a:ln>
            </p:spPr>
          </p:pic>
        </p:grpSp>
        <p:grpSp>
          <p:nvGrpSpPr>
            <p:cNvPr id="973" name="Google Shape;973;p48"/>
            <p:cNvGrpSpPr/>
            <p:nvPr/>
          </p:nvGrpSpPr>
          <p:grpSpPr>
            <a:xfrm>
              <a:off x="618690" y="3622888"/>
              <a:ext cx="1705366" cy="1779831"/>
              <a:chOff x="618690" y="3622888"/>
              <a:chExt cx="1705366" cy="1779831"/>
            </a:xfrm>
          </p:grpSpPr>
          <p:pic>
            <p:nvPicPr>
              <p:cNvPr id="974" name="Google Shape;974;p48"/>
              <p:cNvPicPr preferRelativeResize="0"/>
              <p:nvPr/>
            </p:nvPicPr>
            <p:blipFill>
              <a:blip r:embed="rId5">
                <a:alphaModFix/>
              </a:blip>
              <a:stretch>
                <a:fillRect/>
              </a:stretch>
            </p:blipFill>
            <p:spPr>
              <a:xfrm>
                <a:off x="1039780" y="3897006"/>
                <a:ext cx="1197549" cy="1380310"/>
              </a:xfrm>
              <a:prstGeom prst="rect">
                <a:avLst/>
              </a:prstGeom>
              <a:noFill/>
              <a:ln>
                <a:noFill/>
              </a:ln>
            </p:spPr>
          </p:pic>
          <p:pic>
            <p:nvPicPr>
              <p:cNvPr id="975" name="Google Shape;975;p48"/>
              <p:cNvPicPr preferRelativeResize="0"/>
              <p:nvPr/>
            </p:nvPicPr>
            <p:blipFill>
              <a:blip r:embed="rId6">
                <a:alphaModFix/>
              </a:blip>
              <a:stretch>
                <a:fillRect/>
              </a:stretch>
            </p:blipFill>
            <p:spPr>
              <a:xfrm>
                <a:off x="903178" y="3622888"/>
                <a:ext cx="1420878" cy="1683670"/>
              </a:xfrm>
              <a:prstGeom prst="rect">
                <a:avLst/>
              </a:prstGeom>
              <a:noFill/>
              <a:ln>
                <a:noFill/>
              </a:ln>
            </p:spPr>
          </p:pic>
          <p:pic>
            <p:nvPicPr>
              <p:cNvPr id="976" name="Google Shape;976;p48"/>
              <p:cNvPicPr preferRelativeResize="0"/>
              <p:nvPr/>
            </p:nvPicPr>
            <p:blipFill rotWithShape="1">
              <a:blip r:embed="rId3">
                <a:alphaModFix/>
              </a:blip>
              <a:srcRect b="0" l="45530" r="45530" t="0"/>
              <a:stretch/>
            </p:blipFill>
            <p:spPr>
              <a:xfrm flipH="1">
                <a:off x="1038459" y="4084575"/>
                <a:ext cx="70706" cy="760283"/>
              </a:xfrm>
              <a:prstGeom prst="rect">
                <a:avLst/>
              </a:prstGeom>
              <a:noFill/>
              <a:ln>
                <a:noFill/>
              </a:ln>
            </p:spPr>
          </p:pic>
          <p:pic>
            <p:nvPicPr>
              <p:cNvPr id="977" name="Google Shape;977;p48"/>
              <p:cNvPicPr preferRelativeResize="0"/>
              <p:nvPr/>
            </p:nvPicPr>
            <p:blipFill rotWithShape="1">
              <a:blip r:embed="rId3">
                <a:alphaModFix/>
              </a:blip>
              <a:srcRect b="0" l="45530" r="45530" t="0"/>
              <a:stretch/>
            </p:blipFill>
            <p:spPr>
              <a:xfrm flipH="1" rot="-3599994">
                <a:off x="1205007" y="4801888"/>
                <a:ext cx="70706" cy="760286"/>
              </a:xfrm>
              <a:prstGeom prst="rect">
                <a:avLst/>
              </a:prstGeom>
              <a:noFill/>
              <a:ln>
                <a:noFill/>
              </a:ln>
            </p:spPr>
          </p:pic>
          <p:pic>
            <p:nvPicPr>
              <p:cNvPr id="978" name="Google Shape;978;p48"/>
              <p:cNvPicPr preferRelativeResize="0"/>
              <p:nvPr/>
            </p:nvPicPr>
            <p:blipFill>
              <a:blip r:embed="rId7">
                <a:alphaModFix/>
              </a:blip>
              <a:stretch>
                <a:fillRect/>
              </a:stretch>
            </p:blipFill>
            <p:spPr>
              <a:xfrm>
                <a:off x="618690" y="3742425"/>
                <a:ext cx="490477" cy="503045"/>
              </a:xfrm>
              <a:prstGeom prst="rect">
                <a:avLst/>
              </a:prstGeom>
              <a:noFill/>
              <a:ln>
                <a:noFill/>
              </a:ln>
            </p:spPr>
          </p:pic>
        </p:grpSp>
        <p:grpSp>
          <p:nvGrpSpPr>
            <p:cNvPr id="979" name="Google Shape;979;p48"/>
            <p:cNvGrpSpPr/>
            <p:nvPr/>
          </p:nvGrpSpPr>
          <p:grpSpPr>
            <a:xfrm>
              <a:off x="-2201751" y="-3460162"/>
              <a:ext cx="5069340" cy="5069336"/>
              <a:chOff x="-2201751" y="-3460162"/>
              <a:chExt cx="5069340" cy="5069336"/>
            </a:xfrm>
          </p:grpSpPr>
          <p:pic>
            <p:nvPicPr>
              <p:cNvPr id="980" name="Google Shape;980;p48"/>
              <p:cNvPicPr preferRelativeResize="0"/>
              <p:nvPr/>
            </p:nvPicPr>
            <p:blipFill rotWithShape="1">
              <a:blip r:embed="rId8">
                <a:alphaModFix/>
              </a:blip>
              <a:srcRect b="0" l="49481" r="49482" t="0"/>
              <a:stretch/>
            </p:blipFill>
            <p:spPr>
              <a:xfrm>
                <a:off x="1933594" y="-3460162"/>
                <a:ext cx="70701" cy="5069336"/>
              </a:xfrm>
              <a:prstGeom prst="rect">
                <a:avLst/>
              </a:prstGeom>
              <a:noFill/>
              <a:ln>
                <a:noFill/>
              </a:ln>
            </p:spPr>
          </p:pic>
          <p:pic>
            <p:nvPicPr>
              <p:cNvPr id="981" name="Google Shape;981;p48"/>
              <p:cNvPicPr preferRelativeResize="0"/>
              <p:nvPr/>
            </p:nvPicPr>
            <p:blipFill rotWithShape="1">
              <a:blip r:embed="rId8">
                <a:alphaModFix/>
              </a:blip>
              <a:srcRect b="0" l="49481" r="49482" t="0"/>
              <a:stretch/>
            </p:blipFill>
            <p:spPr>
              <a:xfrm rot="-5400000">
                <a:off x="297569" y="-1433949"/>
                <a:ext cx="70701" cy="5069340"/>
              </a:xfrm>
              <a:prstGeom prst="rect">
                <a:avLst/>
              </a:prstGeom>
              <a:noFill/>
              <a:ln>
                <a:noFill/>
              </a:ln>
            </p:spPr>
          </p:pic>
        </p:grpSp>
        <p:pic>
          <p:nvPicPr>
            <p:cNvPr id="982" name="Google Shape;982;p48"/>
            <p:cNvPicPr preferRelativeResize="0"/>
            <p:nvPr/>
          </p:nvPicPr>
          <p:blipFill rotWithShape="1">
            <a:blip r:embed="rId8">
              <a:alphaModFix/>
            </a:blip>
            <a:srcRect b="0" l="49481" r="49482" t="0"/>
            <a:stretch/>
          </p:blipFill>
          <p:spPr>
            <a:xfrm rot="-5400000">
              <a:off x="-292960" y="453288"/>
              <a:ext cx="70701" cy="5069340"/>
            </a:xfrm>
            <a:prstGeom prst="rect">
              <a:avLst/>
            </a:prstGeom>
            <a:noFill/>
            <a:ln>
              <a:noFill/>
            </a:ln>
          </p:spPr>
        </p:pic>
        <p:pic>
          <p:nvPicPr>
            <p:cNvPr id="983" name="Google Shape;983;p48"/>
            <p:cNvPicPr preferRelativeResize="0"/>
            <p:nvPr/>
          </p:nvPicPr>
          <p:blipFill rotWithShape="1">
            <a:blip r:embed="rId8">
              <a:alphaModFix/>
            </a:blip>
            <a:srcRect b="0" l="49481" r="49482" t="0"/>
            <a:stretch/>
          </p:blipFill>
          <p:spPr>
            <a:xfrm rot="-5400000">
              <a:off x="845490" y="2319686"/>
              <a:ext cx="70701" cy="5069340"/>
            </a:xfrm>
            <a:prstGeom prst="rect">
              <a:avLst/>
            </a:prstGeom>
            <a:noFill/>
            <a:ln>
              <a:noFill/>
            </a:ln>
          </p:spPr>
        </p:pic>
      </p:grpSp>
      <p:grpSp>
        <p:nvGrpSpPr>
          <p:cNvPr id="984" name="Google Shape;984;p48"/>
          <p:cNvGrpSpPr/>
          <p:nvPr/>
        </p:nvGrpSpPr>
        <p:grpSpPr>
          <a:xfrm>
            <a:off x="4329374" y="-1629900"/>
            <a:ext cx="7735102" cy="10718438"/>
            <a:chOff x="4329374" y="-1629900"/>
            <a:chExt cx="7735102" cy="10718438"/>
          </a:xfrm>
        </p:grpSpPr>
        <p:grpSp>
          <p:nvGrpSpPr>
            <p:cNvPr id="985" name="Google Shape;985;p48"/>
            <p:cNvGrpSpPr/>
            <p:nvPr/>
          </p:nvGrpSpPr>
          <p:grpSpPr>
            <a:xfrm>
              <a:off x="6859305" y="11080"/>
              <a:ext cx="1701364" cy="2232310"/>
              <a:chOff x="6859305" y="11080"/>
              <a:chExt cx="1701364" cy="2232310"/>
            </a:xfrm>
          </p:grpSpPr>
          <p:grpSp>
            <p:nvGrpSpPr>
              <p:cNvPr id="986" name="Google Shape;986;p48"/>
              <p:cNvGrpSpPr/>
              <p:nvPr/>
            </p:nvGrpSpPr>
            <p:grpSpPr>
              <a:xfrm>
                <a:off x="6859305" y="219085"/>
                <a:ext cx="1701364" cy="2024305"/>
                <a:chOff x="6859305" y="219085"/>
                <a:chExt cx="1701364" cy="2024305"/>
              </a:xfrm>
            </p:grpSpPr>
            <p:pic>
              <p:nvPicPr>
                <p:cNvPr id="987" name="Google Shape;987;p48"/>
                <p:cNvPicPr preferRelativeResize="0"/>
                <p:nvPr/>
              </p:nvPicPr>
              <p:blipFill>
                <a:blip r:embed="rId5">
                  <a:alphaModFix/>
                </a:blip>
                <a:stretch>
                  <a:fillRect/>
                </a:stretch>
              </p:blipFill>
              <p:spPr>
                <a:xfrm rot="10800000">
                  <a:off x="6859305" y="219085"/>
                  <a:ext cx="1420888" cy="1637742"/>
                </a:xfrm>
                <a:prstGeom prst="rect">
                  <a:avLst/>
                </a:prstGeom>
                <a:noFill/>
                <a:ln>
                  <a:noFill/>
                </a:ln>
              </p:spPr>
            </p:pic>
            <p:pic>
              <p:nvPicPr>
                <p:cNvPr id="988" name="Google Shape;988;p48"/>
                <p:cNvPicPr preferRelativeResize="0"/>
                <p:nvPr/>
              </p:nvPicPr>
              <p:blipFill>
                <a:blip r:embed="rId4">
                  <a:alphaModFix/>
                </a:blip>
                <a:stretch>
                  <a:fillRect/>
                </a:stretch>
              </p:blipFill>
              <p:spPr>
                <a:xfrm rot="10800000">
                  <a:off x="6995131" y="343874"/>
                  <a:ext cx="1565537" cy="1804453"/>
                </a:xfrm>
                <a:prstGeom prst="rect">
                  <a:avLst/>
                </a:prstGeom>
                <a:noFill/>
                <a:ln>
                  <a:noFill/>
                </a:ln>
              </p:spPr>
            </p:pic>
            <p:pic>
              <p:nvPicPr>
                <p:cNvPr id="989" name="Google Shape;989;p48"/>
                <p:cNvPicPr preferRelativeResize="0"/>
                <p:nvPr/>
              </p:nvPicPr>
              <p:blipFill rotWithShape="1">
                <a:blip r:embed="rId3">
                  <a:alphaModFix/>
                </a:blip>
                <a:srcRect b="0" l="45530" r="45530" t="0"/>
                <a:stretch/>
              </p:blipFill>
              <p:spPr>
                <a:xfrm flipH="1" rot="7200006">
                  <a:off x="7314142" y="1642560"/>
                  <a:ext cx="70706" cy="760286"/>
                </a:xfrm>
                <a:prstGeom prst="rect">
                  <a:avLst/>
                </a:prstGeom>
                <a:noFill/>
                <a:ln>
                  <a:noFill/>
                </a:ln>
              </p:spPr>
            </p:pic>
          </p:grpSp>
          <p:pic>
            <p:nvPicPr>
              <p:cNvPr id="990" name="Google Shape;990;p48"/>
              <p:cNvPicPr preferRelativeResize="0"/>
              <p:nvPr/>
            </p:nvPicPr>
            <p:blipFill>
              <a:blip r:embed="rId7">
                <a:alphaModFix/>
              </a:blip>
              <a:stretch>
                <a:fillRect/>
              </a:stretch>
            </p:blipFill>
            <p:spPr>
              <a:xfrm rot="10800000">
                <a:off x="7549580" y="11080"/>
                <a:ext cx="490477" cy="503045"/>
              </a:xfrm>
              <a:prstGeom prst="rect">
                <a:avLst/>
              </a:prstGeom>
              <a:noFill/>
              <a:ln>
                <a:noFill/>
              </a:ln>
            </p:spPr>
          </p:pic>
        </p:grpSp>
        <p:grpSp>
          <p:nvGrpSpPr>
            <p:cNvPr id="991" name="Google Shape;991;p48"/>
            <p:cNvGrpSpPr/>
            <p:nvPr/>
          </p:nvGrpSpPr>
          <p:grpSpPr>
            <a:xfrm>
              <a:off x="7626269" y="1634982"/>
              <a:ext cx="1914434" cy="2012596"/>
              <a:chOff x="7626269" y="1634982"/>
              <a:chExt cx="1914434" cy="2012596"/>
            </a:xfrm>
          </p:grpSpPr>
          <p:pic>
            <p:nvPicPr>
              <p:cNvPr id="992" name="Google Shape;992;p48"/>
              <p:cNvPicPr preferRelativeResize="0"/>
              <p:nvPr/>
            </p:nvPicPr>
            <p:blipFill>
              <a:blip r:embed="rId5">
                <a:alphaModFix/>
              </a:blip>
              <a:stretch>
                <a:fillRect/>
              </a:stretch>
            </p:blipFill>
            <p:spPr>
              <a:xfrm rot="10800000">
                <a:off x="7696386" y="1634982"/>
                <a:ext cx="1565537" cy="1804453"/>
              </a:xfrm>
              <a:prstGeom prst="rect">
                <a:avLst/>
              </a:prstGeom>
              <a:noFill/>
              <a:ln>
                <a:noFill/>
              </a:ln>
            </p:spPr>
          </p:pic>
          <p:pic>
            <p:nvPicPr>
              <p:cNvPr id="993" name="Google Shape;993;p48"/>
              <p:cNvPicPr preferRelativeResize="0"/>
              <p:nvPr/>
            </p:nvPicPr>
            <p:blipFill>
              <a:blip r:embed="rId4">
                <a:alphaModFix/>
              </a:blip>
              <a:stretch>
                <a:fillRect/>
              </a:stretch>
            </p:blipFill>
            <p:spPr>
              <a:xfrm rot="10800000">
                <a:off x="7833181" y="1843124"/>
                <a:ext cx="1565537" cy="1804453"/>
              </a:xfrm>
              <a:prstGeom prst="rect">
                <a:avLst/>
              </a:prstGeom>
              <a:noFill/>
              <a:ln>
                <a:noFill/>
              </a:ln>
            </p:spPr>
          </p:pic>
          <p:pic>
            <p:nvPicPr>
              <p:cNvPr id="994" name="Google Shape;994;p48"/>
              <p:cNvPicPr preferRelativeResize="0"/>
              <p:nvPr/>
            </p:nvPicPr>
            <p:blipFill rotWithShape="1">
              <a:blip r:embed="rId3">
                <a:alphaModFix/>
              </a:blip>
              <a:srcRect b="0" l="45530" r="45530" t="0"/>
              <a:stretch/>
            </p:blipFill>
            <p:spPr>
              <a:xfrm flipH="1" rot="10800000">
                <a:off x="9192539" y="2344823"/>
                <a:ext cx="70706" cy="811007"/>
              </a:xfrm>
              <a:prstGeom prst="rect">
                <a:avLst/>
              </a:prstGeom>
              <a:noFill/>
              <a:ln>
                <a:noFill/>
              </a:ln>
            </p:spPr>
          </p:pic>
          <p:pic>
            <p:nvPicPr>
              <p:cNvPr id="995" name="Google Shape;995;p48"/>
              <p:cNvPicPr preferRelativeResize="0"/>
              <p:nvPr/>
            </p:nvPicPr>
            <p:blipFill rotWithShape="1">
              <a:blip r:embed="rId3">
                <a:alphaModFix/>
              </a:blip>
              <a:srcRect b="0" l="45530" r="45530" t="0"/>
              <a:stretch/>
            </p:blipFill>
            <p:spPr>
              <a:xfrm flipH="1" rot="3599994">
                <a:off x="8881002" y="2911289"/>
                <a:ext cx="70706" cy="760285"/>
              </a:xfrm>
              <a:prstGeom prst="rect">
                <a:avLst/>
              </a:prstGeom>
              <a:noFill/>
              <a:ln>
                <a:noFill/>
              </a:ln>
            </p:spPr>
          </p:pic>
          <p:pic>
            <p:nvPicPr>
              <p:cNvPr id="996" name="Google Shape;996;p48"/>
              <p:cNvPicPr preferRelativeResize="0"/>
              <p:nvPr/>
            </p:nvPicPr>
            <p:blipFill>
              <a:blip r:embed="rId9">
                <a:alphaModFix/>
              </a:blip>
              <a:stretch>
                <a:fillRect/>
              </a:stretch>
            </p:blipFill>
            <p:spPr>
              <a:xfrm rot="10800000">
                <a:off x="9050226" y="2904309"/>
                <a:ext cx="490477" cy="503043"/>
              </a:xfrm>
              <a:prstGeom prst="rect">
                <a:avLst/>
              </a:prstGeom>
              <a:noFill/>
              <a:ln>
                <a:noFill/>
              </a:ln>
            </p:spPr>
          </p:pic>
          <p:pic>
            <p:nvPicPr>
              <p:cNvPr id="997" name="Google Shape;997;p48"/>
              <p:cNvPicPr preferRelativeResize="0"/>
              <p:nvPr/>
            </p:nvPicPr>
            <p:blipFill rotWithShape="1">
              <a:blip r:embed="rId3">
                <a:alphaModFix/>
              </a:blip>
              <a:srcRect b="0" l="45530" r="45530" t="0"/>
              <a:stretch/>
            </p:blipFill>
            <p:spPr>
              <a:xfrm flipH="1" rot="10800000">
                <a:off x="7684853" y="2344823"/>
                <a:ext cx="70706" cy="811007"/>
              </a:xfrm>
              <a:prstGeom prst="rect">
                <a:avLst/>
              </a:prstGeom>
              <a:noFill/>
              <a:ln>
                <a:noFill/>
              </a:ln>
            </p:spPr>
          </p:pic>
          <p:pic>
            <p:nvPicPr>
              <p:cNvPr id="998" name="Google Shape;998;p48"/>
              <p:cNvPicPr preferRelativeResize="0"/>
              <p:nvPr/>
            </p:nvPicPr>
            <p:blipFill>
              <a:blip r:embed="rId9">
                <a:alphaModFix/>
              </a:blip>
              <a:stretch>
                <a:fillRect/>
              </a:stretch>
            </p:blipFill>
            <p:spPr>
              <a:xfrm>
                <a:off x="7626269" y="3001348"/>
                <a:ext cx="490477" cy="503043"/>
              </a:xfrm>
              <a:prstGeom prst="rect">
                <a:avLst/>
              </a:prstGeom>
              <a:noFill/>
              <a:ln>
                <a:noFill/>
              </a:ln>
            </p:spPr>
          </p:pic>
        </p:grpSp>
        <p:grpSp>
          <p:nvGrpSpPr>
            <p:cNvPr id="999" name="Google Shape;999;p48"/>
            <p:cNvGrpSpPr/>
            <p:nvPr/>
          </p:nvGrpSpPr>
          <p:grpSpPr>
            <a:xfrm>
              <a:off x="4329374" y="-1629900"/>
              <a:ext cx="7735102" cy="10718438"/>
              <a:chOff x="4329374" y="-1629900"/>
              <a:chExt cx="7735102" cy="10718438"/>
            </a:xfrm>
          </p:grpSpPr>
          <p:pic>
            <p:nvPicPr>
              <p:cNvPr id="1000" name="Google Shape;1000;p48"/>
              <p:cNvPicPr preferRelativeResize="0"/>
              <p:nvPr/>
            </p:nvPicPr>
            <p:blipFill rotWithShape="1">
              <a:blip r:embed="rId8">
                <a:alphaModFix/>
              </a:blip>
              <a:srcRect b="0" l="49481" r="49482" t="0"/>
              <a:stretch/>
            </p:blipFill>
            <p:spPr>
              <a:xfrm>
                <a:off x="7549586" y="3873450"/>
                <a:ext cx="70701" cy="5215088"/>
              </a:xfrm>
              <a:prstGeom prst="rect">
                <a:avLst/>
              </a:prstGeom>
              <a:noFill/>
              <a:ln>
                <a:noFill/>
              </a:ln>
            </p:spPr>
          </p:pic>
          <p:pic>
            <p:nvPicPr>
              <p:cNvPr id="1001" name="Google Shape;1001;p48"/>
              <p:cNvPicPr preferRelativeResize="0"/>
              <p:nvPr/>
            </p:nvPicPr>
            <p:blipFill rotWithShape="1">
              <a:blip r:embed="rId8">
                <a:alphaModFix/>
              </a:blip>
              <a:srcRect b="0" l="49481" r="49482" t="0"/>
              <a:stretch/>
            </p:blipFill>
            <p:spPr>
              <a:xfrm rot="10800000">
                <a:off x="8786060" y="-1383738"/>
                <a:ext cx="70701" cy="5215088"/>
              </a:xfrm>
              <a:prstGeom prst="rect">
                <a:avLst/>
              </a:prstGeom>
              <a:noFill/>
              <a:ln>
                <a:noFill/>
              </a:ln>
            </p:spPr>
          </p:pic>
          <p:pic>
            <p:nvPicPr>
              <p:cNvPr id="1002" name="Google Shape;1002;p48"/>
              <p:cNvPicPr preferRelativeResize="0"/>
              <p:nvPr/>
            </p:nvPicPr>
            <p:blipFill rotWithShape="1">
              <a:blip r:embed="rId8">
                <a:alphaModFix/>
              </a:blip>
              <a:srcRect b="0" l="49481" r="49482" t="0"/>
              <a:stretch/>
            </p:blipFill>
            <p:spPr>
              <a:xfrm rot="5400000">
                <a:off x="6828694" y="-1266078"/>
                <a:ext cx="70701" cy="5069340"/>
              </a:xfrm>
              <a:prstGeom prst="rect">
                <a:avLst/>
              </a:prstGeom>
              <a:noFill/>
              <a:ln>
                <a:noFill/>
              </a:ln>
            </p:spPr>
          </p:pic>
          <p:pic>
            <p:nvPicPr>
              <p:cNvPr id="1003" name="Google Shape;1003;p48"/>
              <p:cNvPicPr preferRelativeResize="0"/>
              <p:nvPr/>
            </p:nvPicPr>
            <p:blipFill rotWithShape="1">
              <a:blip r:embed="rId8">
                <a:alphaModFix/>
              </a:blip>
              <a:srcRect b="0" l="49481" r="49482" t="0"/>
              <a:stretch/>
            </p:blipFill>
            <p:spPr>
              <a:xfrm rot="5400000">
                <a:off x="9494456" y="1687424"/>
                <a:ext cx="70701" cy="5069340"/>
              </a:xfrm>
              <a:prstGeom prst="rect">
                <a:avLst/>
              </a:prstGeom>
              <a:noFill/>
              <a:ln>
                <a:noFill/>
              </a:ln>
            </p:spPr>
          </p:pic>
          <p:pic>
            <p:nvPicPr>
              <p:cNvPr id="1004" name="Google Shape;1004;p48"/>
              <p:cNvPicPr preferRelativeResize="0"/>
              <p:nvPr/>
            </p:nvPicPr>
            <p:blipFill rotWithShape="1">
              <a:blip r:embed="rId8">
                <a:alphaModFix/>
              </a:blip>
              <a:srcRect b="0" l="49481" r="49482" t="0"/>
              <a:stretch/>
            </p:blipFill>
            <p:spPr>
              <a:xfrm rot="10800000">
                <a:off x="7815527" y="-1629900"/>
                <a:ext cx="70701" cy="5069336"/>
              </a:xfrm>
              <a:prstGeom prst="rect">
                <a:avLst/>
              </a:prstGeom>
              <a:noFill/>
              <a:ln>
                <a:noFill/>
              </a:ln>
            </p:spPr>
          </p:pic>
        </p:grpSp>
      </p:grpSp>
      <p:sp>
        <p:nvSpPr>
          <p:cNvPr id="1005" name="Google Shape;1005;p48"/>
          <p:cNvSpPr txBox="1"/>
          <p:nvPr>
            <p:ph type="title"/>
          </p:nvPr>
        </p:nvSpPr>
        <p:spPr>
          <a:xfrm>
            <a:off x="812575" y="1896675"/>
            <a:ext cx="7941900" cy="264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It’s your turn to switch roles.</a:t>
            </a:r>
            <a:endParaRPr sz="3000"/>
          </a:p>
          <a:p>
            <a:pPr indent="0" lvl="0" marL="0" rtl="0" algn="ctr">
              <a:spcBef>
                <a:spcPts val="0"/>
              </a:spcBef>
              <a:spcAft>
                <a:spcPts val="0"/>
              </a:spcAft>
              <a:buNone/>
            </a:pPr>
            <a:r>
              <a:t/>
            </a:r>
            <a:endParaRPr sz="3000"/>
          </a:p>
          <a:p>
            <a:pPr indent="0" lvl="0" marL="0" rtl="0" algn="ctr">
              <a:spcBef>
                <a:spcPts val="0"/>
              </a:spcBef>
              <a:spcAft>
                <a:spcPts val="0"/>
              </a:spcAft>
              <a:buNone/>
            </a:pPr>
            <a:r>
              <a:rPr lang="en" sz="3000"/>
              <a:t>You are no longer the trainer.</a:t>
            </a:r>
            <a:endParaRPr sz="3000"/>
          </a:p>
          <a:p>
            <a:pPr indent="0" lvl="0" marL="0" rtl="0" algn="ctr">
              <a:spcBef>
                <a:spcPts val="0"/>
              </a:spcBef>
              <a:spcAft>
                <a:spcPts val="0"/>
              </a:spcAft>
              <a:buNone/>
            </a:pPr>
            <a:r>
              <a:rPr lang="en" sz="3000"/>
              <a:t>You are the QA reviewer. 👀</a:t>
            </a:r>
            <a:endParaRPr sz="3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49"/>
          <p:cNvSpPr txBox="1"/>
          <p:nvPr>
            <p:ph type="title"/>
          </p:nvPr>
        </p:nvSpPr>
        <p:spPr>
          <a:xfrm>
            <a:off x="916725" y="391350"/>
            <a:ext cx="7324500" cy="119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500">
                <a:latin typeface="Bai Jamjuree"/>
                <a:ea typeface="Bai Jamjuree"/>
                <a:cs typeface="Bai Jamjuree"/>
                <a:sym typeface="Bai Jamjuree"/>
              </a:rPr>
              <a:t>User Prompt: </a:t>
            </a:r>
            <a:r>
              <a:rPr lang="en" sz="1500"/>
              <a:t>Find me two budget-friendly hotels near Times Square, New York, for next weekend. Include prices, booking links, and briefly mention why each option is budget-friendly.</a:t>
            </a:r>
            <a:endParaRPr sz="1500"/>
          </a:p>
        </p:txBody>
      </p:sp>
      <p:sp>
        <p:nvSpPr>
          <p:cNvPr id="1011" name="Google Shape;1011;p49"/>
          <p:cNvSpPr txBox="1"/>
          <p:nvPr>
            <p:ph type="title"/>
          </p:nvPr>
        </p:nvSpPr>
        <p:spPr>
          <a:xfrm>
            <a:off x="882555" y="1675073"/>
            <a:ext cx="3754800" cy="29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Bai Jamjuree"/>
                <a:ea typeface="Bai Jamjuree"/>
                <a:cs typeface="Bai Jamjuree"/>
                <a:sym typeface="Bai Jamjuree"/>
              </a:rPr>
              <a:t>Response A:</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Hotel Edison: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Located directly in Times Square. The price starts at $210 per night. This hotel is budget-friendly because of its central location and frequent discounts.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YOTEL New York:</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About a 10-minute walk from Times Square. Prices start at $195 per night. It is considered budget-friendly due to its smaller room sizes and competitive pricing for the area.</a:t>
            </a:r>
            <a:endParaRPr sz="1200"/>
          </a:p>
        </p:txBody>
      </p:sp>
      <p:sp>
        <p:nvSpPr>
          <p:cNvPr id="1012" name="Google Shape;1012;p49"/>
          <p:cNvSpPr txBox="1"/>
          <p:nvPr>
            <p:ph type="title"/>
          </p:nvPr>
        </p:nvSpPr>
        <p:spPr>
          <a:xfrm>
            <a:off x="4830900" y="1687510"/>
            <a:ext cx="3754800" cy="31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Bai Jamjuree"/>
                <a:ea typeface="Bai Jamjuree"/>
                <a:cs typeface="Bai Jamjuree"/>
                <a:sym typeface="Bai Jamjuree"/>
              </a:rPr>
              <a:t>Response B:</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 </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Hotel Edison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price: $210 per </a:t>
            </a:r>
            <a:endParaRPr sz="1200"/>
          </a:p>
          <a:p>
            <a:pPr indent="0" lvl="0" marL="0" rtl="0" algn="l">
              <a:spcBef>
                <a:spcPts val="0"/>
              </a:spcBef>
              <a:spcAft>
                <a:spcPts val="0"/>
              </a:spcAft>
              <a:buNone/>
            </a:pPr>
            <a:r>
              <a:rPr lang="en" sz="1200"/>
              <a:t>night booking link: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u="sng">
                <a:solidFill>
                  <a:schemeClr val="hlink"/>
                </a:solidFill>
                <a:hlinkClick r:id="rId3"/>
              </a:rPr>
              <a:t>https://www.hoteledisonnyc.com</a:t>
            </a:r>
            <a:r>
              <a:rPr lang="en" sz="1200"/>
              <a:t> budget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friendly because central location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YOTEL New York price $195/</a:t>
            </a:r>
            <a:endParaRPr sz="1200"/>
          </a:p>
          <a:p>
            <a:pPr indent="0" lvl="0" marL="0" rtl="0" algn="l">
              <a:spcBef>
                <a:spcPts val="0"/>
              </a:spcBef>
              <a:spcAft>
                <a:spcPts val="0"/>
              </a:spcAft>
              <a:buNone/>
            </a:pPr>
            <a:r>
              <a:rPr lang="en" sz="1200"/>
              <a:t>night</a:t>
            </a:r>
            <a:r>
              <a:rPr lang="en" sz="1200"/>
              <a:t> link https://www.yotel.com</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budget friendly smaller rooms cheaper than nearby hotels</a:t>
            </a:r>
            <a:endParaRPr sz="1200"/>
          </a:p>
        </p:txBody>
      </p:sp>
      <p:sp>
        <p:nvSpPr>
          <p:cNvPr id="1013" name="Google Shape;1013;p49"/>
          <p:cNvSpPr txBox="1"/>
          <p:nvPr>
            <p:ph type="title"/>
          </p:nvPr>
        </p:nvSpPr>
        <p:spPr>
          <a:xfrm>
            <a:off x="2398775" y="4646574"/>
            <a:ext cx="7324500" cy="47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i="1" lang="en" sz="1300">
                <a:solidFill>
                  <a:srgbClr val="FFD966"/>
                </a:solidFill>
                <a:latin typeface="Bai Jamjuree"/>
                <a:ea typeface="Bai Jamjuree"/>
                <a:cs typeface="Bai Jamjuree"/>
                <a:sym typeface="Bai Jamjuree"/>
              </a:rPr>
              <a:t>Assume that the responses are factually accurate!</a:t>
            </a:r>
            <a:endParaRPr i="1" sz="1300">
              <a:solidFill>
                <a:srgbClr val="FFD966"/>
              </a:solidFill>
            </a:endParaRPr>
          </a:p>
        </p:txBody>
      </p:sp>
      <p:sp>
        <p:nvSpPr>
          <p:cNvPr id="1014" name="Google Shape;1014;p49"/>
          <p:cNvSpPr txBox="1"/>
          <p:nvPr>
            <p:ph idx="4294967295" type="title"/>
          </p:nvPr>
        </p:nvSpPr>
        <p:spPr>
          <a:xfrm>
            <a:off x="141872" y="483063"/>
            <a:ext cx="642000" cy="6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50"/>
          <p:cNvSpPr txBox="1"/>
          <p:nvPr>
            <p:ph type="title"/>
          </p:nvPr>
        </p:nvSpPr>
        <p:spPr>
          <a:xfrm>
            <a:off x="2416925" y="1032800"/>
            <a:ext cx="4560000" cy="28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The trainer has picked Response A to be the best response. Did they make the right choice?</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51"/>
          <p:cNvSpPr txBox="1"/>
          <p:nvPr>
            <p:ph type="title"/>
          </p:nvPr>
        </p:nvSpPr>
        <p:spPr>
          <a:xfrm>
            <a:off x="916725" y="132325"/>
            <a:ext cx="4124100" cy="93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500">
                <a:latin typeface="Bai Jamjuree"/>
                <a:ea typeface="Bai Jamjuree"/>
                <a:cs typeface="Bai Jamjuree"/>
                <a:sym typeface="Bai Jamjuree"/>
              </a:rPr>
              <a:t>Correct QA Verdict</a:t>
            </a:r>
            <a:endParaRPr sz="1500"/>
          </a:p>
        </p:txBody>
      </p:sp>
      <p:grpSp>
        <p:nvGrpSpPr>
          <p:cNvPr id="1025" name="Google Shape;1025;p51"/>
          <p:cNvGrpSpPr/>
          <p:nvPr/>
        </p:nvGrpSpPr>
        <p:grpSpPr>
          <a:xfrm>
            <a:off x="4329374" y="-1629900"/>
            <a:ext cx="7735102" cy="10718438"/>
            <a:chOff x="4329374" y="-1629900"/>
            <a:chExt cx="7735102" cy="10718438"/>
          </a:xfrm>
        </p:grpSpPr>
        <p:grpSp>
          <p:nvGrpSpPr>
            <p:cNvPr id="1026" name="Google Shape;1026;p51"/>
            <p:cNvGrpSpPr/>
            <p:nvPr/>
          </p:nvGrpSpPr>
          <p:grpSpPr>
            <a:xfrm>
              <a:off x="6859305" y="11080"/>
              <a:ext cx="1701364" cy="2232310"/>
              <a:chOff x="6859305" y="11080"/>
              <a:chExt cx="1701364" cy="2232310"/>
            </a:xfrm>
          </p:grpSpPr>
          <p:grpSp>
            <p:nvGrpSpPr>
              <p:cNvPr id="1027" name="Google Shape;1027;p51"/>
              <p:cNvGrpSpPr/>
              <p:nvPr/>
            </p:nvGrpSpPr>
            <p:grpSpPr>
              <a:xfrm>
                <a:off x="6859305" y="219085"/>
                <a:ext cx="1701364" cy="2024305"/>
                <a:chOff x="6859305" y="219085"/>
                <a:chExt cx="1701364" cy="2024305"/>
              </a:xfrm>
            </p:grpSpPr>
            <p:pic>
              <p:nvPicPr>
                <p:cNvPr id="1028" name="Google Shape;1028;p51"/>
                <p:cNvPicPr preferRelativeResize="0"/>
                <p:nvPr/>
              </p:nvPicPr>
              <p:blipFill>
                <a:blip r:embed="rId3">
                  <a:alphaModFix/>
                </a:blip>
                <a:stretch>
                  <a:fillRect/>
                </a:stretch>
              </p:blipFill>
              <p:spPr>
                <a:xfrm rot="10800000">
                  <a:off x="6859305" y="219085"/>
                  <a:ext cx="1420888" cy="1637742"/>
                </a:xfrm>
                <a:prstGeom prst="rect">
                  <a:avLst/>
                </a:prstGeom>
                <a:noFill/>
                <a:ln>
                  <a:noFill/>
                </a:ln>
              </p:spPr>
            </p:pic>
            <p:pic>
              <p:nvPicPr>
                <p:cNvPr id="1029" name="Google Shape;1029;p51"/>
                <p:cNvPicPr preferRelativeResize="0"/>
                <p:nvPr/>
              </p:nvPicPr>
              <p:blipFill>
                <a:blip r:embed="rId4">
                  <a:alphaModFix/>
                </a:blip>
                <a:stretch>
                  <a:fillRect/>
                </a:stretch>
              </p:blipFill>
              <p:spPr>
                <a:xfrm rot="10800000">
                  <a:off x="6995131" y="343874"/>
                  <a:ext cx="1565537" cy="1804453"/>
                </a:xfrm>
                <a:prstGeom prst="rect">
                  <a:avLst/>
                </a:prstGeom>
                <a:noFill/>
                <a:ln>
                  <a:noFill/>
                </a:ln>
              </p:spPr>
            </p:pic>
            <p:pic>
              <p:nvPicPr>
                <p:cNvPr id="1030" name="Google Shape;1030;p51"/>
                <p:cNvPicPr preferRelativeResize="0"/>
                <p:nvPr/>
              </p:nvPicPr>
              <p:blipFill rotWithShape="1">
                <a:blip r:embed="rId5">
                  <a:alphaModFix/>
                </a:blip>
                <a:srcRect b="0" l="45530" r="45530" t="0"/>
                <a:stretch/>
              </p:blipFill>
              <p:spPr>
                <a:xfrm flipH="1" rot="7200006">
                  <a:off x="7314142" y="1642560"/>
                  <a:ext cx="70706" cy="760286"/>
                </a:xfrm>
                <a:prstGeom prst="rect">
                  <a:avLst/>
                </a:prstGeom>
                <a:noFill/>
                <a:ln>
                  <a:noFill/>
                </a:ln>
              </p:spPr>
            </p:pic>
          </p:grpSp>
          <p:pic>
            <p:nvPicPr>
              <p:cNvPr id="1031" name="Google Shape;1031;p51"/>
              <p:cNvPicPr preferRelativeResize="0"/>
              <p:nvPr/>
            </p:nvPicPr>
            <p:blipFill>
              <a:blip r:embed="rId6">
                <a:alphaModFix/>
              </a:blip>
              <a:stretch>
                <a:fillRect/>
              </a:stretch>
            </p:blipFill>
            <p:spPr>
              <a:xfrm rot="10800000">
                <a:off x="7549580" y="11080"/>
                <a:ext cx="490477" cy="503045"/>
              </a:xfrm>
              <a:prstGeom prst="rect">
                <a:avLst/>
              </a:prstGeom>
              <a:noFill/>
              <a:ln>
                <a:noFill/>
              </a:ln>
            </p:spPr>
          </p:pic>
        </p:grpSp>
        <p:grpSp>
          <p:nvGrpSpPr>
            <p:cNvPr id="1032" name="Google Shape;1032;p51"/>
            <p:cNvGrpSpPr/>
            <p:nvPr/>
          </p:nvGrpSpPr>
          <p:grpSpPr>
            <a:xfrm>
              <a:off x="7626269" y="1634982"/>
              <a:ext cx="1914434" cy="2012596"/>
              <a:chOff x="7626269" y="1634982"/>
              <a:chExt cx="1914434" cy="2012596"/>
            </a:xfrm>
          </p:grpSpPr>
          <p:pic>
            <p:nvPicPr>
              <p:cNvPr id="1033" name="Google Shape;1033;p51"/>
              <p:cNvPicPr preferRelativeResize="0"/>
              <p:nvPr/>
            </p:nvPicPr>
            <p:blipFill>
              <a:blip r:embed="rId3">
                <a:alphaModFix/>
              </a:blip>
              <a:stretch>
                <a:fillRect/>
              </a:stretch>
            </p:blipFill>
            <p:spPr>
              <a:xfrm rot="10800000">
                <a:off x="7696386" y="1634982"/>
                <a:ext cx="1565537" cy="1804453"/>
              </a:xfrm>
              <a:prstGeom prst="rect">
                <a:avLst/>
              </a:prstGeom>
              <a:noFill/>
              <a:ln>
                <a:noFill/>
              </a:ln>
            </p:spPr>
          </p:pic>
          <p:pic>
            <p:nvPicPr>
              <p:cNvPr id="1034" name="Google Shape;1034;p51"/>
              <p:cNvPicPr preferRelativeResize="0"/>
              <p:nvPr/>
            </p:nvPicPr>
            <p:blipFill>
              <a:blip r:embed="rId4">
                <a:alphaModFix/>
              </a:blip>
              <a:stretch>
                <a:fillRect/>
              </a:stretch>
            </p:blipFill>
            <p:spPr>
              <a:xfrm rot="10800000">
                <a:off x="7833181" y="1843124"/>
                <a:ext cx="1565537" cy="1804453"/>
              </a:xfrm>
              <a:prstGeom prst="rect">
                <a:avLst/>
              </a:prstGeom>
              <a:noFill/>
              <a:ln>
                <a:noFill/>
              </a:ln>
            </p:spPr>
          </p:pic>
          <p:pic>
            <p:nvPicPr>
              <p:cNvPr id="1035" name="Google Shape;1035;p51"/>
              <p:cNvPicPr preferRelativeResize="0"/>
              <p:nvPr/>
            </p:nvPicPr>
            <p:blipFill rotWithShape="1">
              <a:blip r:embed="rId5">
                <a:alphaModFix/>
              </a:blip>
              <a:srcRect b="0" l="45530" r="45530" t="0"/>
              <a:stretch/>
            </p:blipFill>
            <p:spPr>
              <a:xfrm flipH="1" rot="10800000">
                <a:off x="9192539" y="2344823"/>
                <a:ext cx="70706" cy="811007"/>
              </a:xfrm>
              <a:prstGeom prst="rect">
                <a:avLst/>
              </a:prstGeom>
              <a:noFill/>
              <a:ln>
                <a:noFill/>
              </a:ln>
            </p:spPr>
          </p:pic>
          <p:pic>
            <p:nvPicPr>
              <p:cNvPr id="1036" name="Google Shape;1036;p51"/>
              <p:cNvPicPr preferRelativeResize="0"/>
              <p:nvPr/>
            </p:nvPicPr>
            <p:blipFill rotWithShape="1">
              <a:blip r:embed="rId5">
                <a:alphaModFix/>
              </a:blip>
              <a:srcRect b="0" l="45530" r="45530" t="0"/>
              <a:stretch/>
            </p:blipFill>
            <p:spPr>
              <a:xfrm flipH="1" rot="3599994">
                <a:off x="8881002" y="2911289"/>
                <a:ext cx="70706" cy="760285"/>
              </a:xfrm>
              <a:prstGeom prst="rect">
                <a:avLst/>
              </a:prstGeom>
              <a:noFill/>
              <a:ln>
                <a:noFill/>
              </a:ln>
            </p:spPr>
          </p:pic>
          <p:pic>
            <p:nvPicPr>
              <p:cNvPr id="1037" name="Google Shape;1037;p51"/>
              <p:cNvPicPr preferRelativeResize="0"/>
              <p:nvPr/>
            </p:nvPicPr>
            <p:blipFill>
              <a:blip r:embed="rId7">
                <a:alphaModFix/>
              </a:blip>
              <a:stretch>
                <a:fillRect/>
              </a:stretch>
            </p:blipFill>
            <p:spPr>
              <a:xfrm rot="10800000">
                <a:off x="9050226" y="2904309"/>
                <a:ext cx="490477" cy="503043"/>
              </a:xfrm>
              <a:prstGeom prst="rect">
                <a:avLst/>
              </a:prstGeom>
              <a:noFill/>
              <a:ln>
                <a:noFill/>
              </a:ln>
            </p:spPr>
          </p:pic>
          <p:pic>
            <p:nvPicPr>
              <p:cNvPr id="1038" name="Google Shape;1038;p51"/>
              <p:cNvPicPr preferRelativeResize="0"/>
              <p:nvPr/>
            </p:nvPicPr>
            <p:blipFill rotWithShape="1">
              <a:blip r:embed="rId5">
                <a:alphaModFix/>
              </a:blip>
              <a:srcRect b="0" l="45530" r="45530" t="0"/>
              <a:stretch/>
            </p:blipFill>
            <p:spPr>
              <a:xfrm flipH="1" rot="10800000">
                <a:off x="7684853" y="2344823"/>
                <a:ext cx="70706" cy="811007"/>
              </a:xfrm>
              <a:prstGeom prst="rect">
                <a:avLst/>
              </a:prstGeom>
              <a:noFill/>
              <a:ln>
                <a:noFill/>
              </a:ln>
            </p:spPr>
          </p:pic>
          <p:pic>
            <p:nvPicPr>
              <p:cNvPr id="1039" name="Google Shape;1039;p51"/>
              <p:cNvPicPr preferRelativeResize="0"/>
              <p:nvPr/>
            </p:nvPicPr>
            <p:blipFill>
              <a:blip r:embed="rId7">
                <a:alphaModFix/>
              </a:blip>
              <a:stretch>
                <a:fillRect/>
              </a:stretch>
            </p:blipFill>
            <p:spPr>
              <a:xfrm>
                <a:off x="7626269" y="3001348"/>
                <a:ext cx="490477" cy="503043"/>
              </a:xfrm>
              <a:prstGeom prst="rect">
                <a:avLst/>
              </a:prstGeom>
              <a:noFill/>
              <a:ln>
                <a:noFill/>
              </a:ln>
            </p:spPr>
          </p:pic>
        </p:grpSp>
        <p:grpSp>
          <p:nvGrpSpPr>
            <p:cNvPr id="1040" name="Google Shape;1040;p51"/>
            <p:cNvGrpSpPr/>
            <p:nvPr/>
          </p:nvGrpSpPr>
          <p:grpSpPr>
            <a:xfrm>
              <a:off x="4329374" y="-1629900"/>
              <a:ext cx="7735102" cy="10718438"/>
              <a:chOff x="4329374" y="-1629900"/>
              <a:chExt cx="7735102" cy="10718438"/>
            </a:xfrm>
          </p:grpSpPr>
          <p:pic>
            <p:nvPicPr>
              <p:cNvPr id="1041" name="Google Shape;1041;p51"/>
              <p:cNvPicPr preferRelativeResize="0"/>
              <p:nvPr/>
            </p:nvPicPr>
            <p:blipFill rotWithShape="1">
              <a:blip r:embed="rId8">
                <a:alphaModFix/>
              </a:blip>
              <a:srcRect b="0" l="49481" r="49482" t="0"/>
              <a:stretch/>
            </p:blipFill>
            <p:spPr>
              <a:xfrm>
                <a:off x="7549586" y="3873450"/>
                <a:ext cx="70701" cy="5215088"/>
              </a:xfrm>
              <a:prstGeom prst="rect">
                <a:avLst/>
              </a:prstGeom>
              <a:noFill/>
              <a:ln>
                <a:noFill/>
              </a:ln>
            </p:spPr>
          </p:pic>
          <p:pic>
            <p:nvPicPr>
              <p:cNvPr id="1042" name="Google Shape;1042;p51"/>
              <p:cNvPicPr preferRelativeResize="0"/>
              <p:nvPr/>
            </p:nvPicPr>
            <p:blipFill rotWithShape="1">
              <a:blip r:embed="rId8">
                <a:alphaModFix/>
              </a:blip>
              <a:srcRect b="0" l="49481" r="49482" t="0"/>
              <a:stretch/>
            </p:blipFill>
            <p:spPr>
              <a:xfrm rot="10800000">
                <a:off x="8786060" y="-1383738"/>
                <a:ext cx="70701" cy="5215088"/>
              </a:xfrm>
              <a:prstGeom prst="rect">
                <a:avLst/>
              </a:prstGeom>
              <a:noFill/>
              <a:ln>
                <a:noFill/>
              </a:ln>
            </p:spPr>
          </p:pic>
          <p:pic>
            <p:nvPicPr>
              <p:cNvPr id="1043" name="Google Shape;1043;p51"/>
              <p:cNvPicPr preferRelativeResize="0"/>
              <p:nvPr/>
            </p:nvPicPr>
            <p:blipFill rotWithShape="1">
              <a:blip r:embed="rId8">
                <a:alphaModFix/>
              </a:blip>
              <a:srcRect b="0" l="49481" r="49482" t="0"/>
              <a:stretch/>
            </p:blipFill>
            <p:spPr>
              <a:xfrm rot="5400000">
                <a:off x="6828694" y="-1266078"/>
                <a:ext cx="70701" cy="5069340"/>
              </a:xfrm>
              <a:prstGeom prst="rect">
                <a:avLst/>
              </a:prstGeom>
              <a:noFill/>
              <a:ln>
                <a:noFill/>
              </a:ln>
            </p:spPr>
          </p:pic>
          <p:pic>
            <p:nvPicPr>
              <p:cNvPr id="1044" name="Google Shape;1044;p51"/>
              <p:cNvPicPr preferRelativeResize="0"/>
              <p:nvPr/>
            </p:nvPicPr>
            <p:blipFill rotWithShape="1">
              <a:blip r:embed="rId8">
                <a:alphaModFix/>
              </a:blip>
              <a:srcRect b="0" l="49481" r="49482" t="0"/>
              <a:stretch/>
            </p:blipFill>
            <p:spPr>
              <a:xfrm rot="5400000">
                <a:off x="9494456" y="1687424"/>
                <a:ext cx="70701" cy="5069340"/>
              </a:xfrm>
              <a:prstGeom prst="rect">
                <a:avLst/>
              </a:prstGeom>
              <a:noFill/>
              <a:ln>
                <a:noFill/>
              </a:ln>
            </p:spPr>
          </p:pic>
          <p:pic>
            <p:nvPicPr>
              <p:cNvPr id="1045" name="Google Shape;1045;p51"/>
              <p:cNvPicPr preferRelativeResize="0"/>
              <p:nvPr/>
            </p:nvPicPr>
            <p:blipFill rotWithShape="1">
              <a:blip r:embed="rId8">
                <a:alphaModFix/>
              </a:blip>
              <a:srcRect b="0" l="49481" r="49482" t="0"/>
              <a:stretch/>
            </p:blipFill>
            <p:spPr>
              <a:xfrm rot="10800000">
                <a:off x="7815527" y="-1629900"/>
                <a:ext cx="70701" cy="5069336"/>
              </a:xfrm>
              <a:prstGeom prst="rect">
                <a:avLst/>
              </a:prstGeom>
              <a:noFill/>
              <a:ln>
                <a:noFill/>
              </a:ln>
            </p:spPr>
          </p:pic>
        </p:grpSp>
      </p:grpSp>
      <p:sp>
        <p:nvSpPr>
          <p:cNvPr id="1046" name="Google Shape;1046;p51"/>
          <p:cNvSpPr txBox="1"/>
          <p:nvPr>
            <p:ph type="title"/>
          </p:nvPr>
        </p:nvSpPr>
        <p:spPr>
          <a:xfrm>
            <a:off x="916725" y="975000"/>
            <a:ext cx="7638600" cy="319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 The trainer did NOT make the correct choice.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Why:</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Response A missed a required sub-request: ❌ no booking links</a:t>
            </a:r>
            <a:endParaRPr sz="1200"/>
          </a:p>
          <a:p>
            <a:pPr indent="-304800" lvl="0" marL="457200" rtl="0" algn="l">
              <a:spcBef>
                <a:spcPts val="0"/>
              </a:spcBef>
              <a:spcAft>
                <a:spcPts val="0"/>
              </a:spcAft>
              <a:buSzPts val="1200"/>
              <a:buChar char="●"/>
            </a:pPr>
            <a:r>
              <a:rPr lang="en" sz="1200"/>
              <a:t>Response B fulfilled all requirements, including prices, booking links, and budget justification</a:t>
            </a:r>
            <a:endParaRPr sz="1200"/>
          </a:p>
          <a:p>
            <a:pPr indent="-304800" lvl="0" marL="457200" rtl="0" algn="l">
              <a:spcBef>
                <a:spcPts val="0"/>
              </a:spcBef>
              <a:spcAft>
                <a:spcPts val="0"/>
              </a:spcAft>
              <a:buSzPts val="1200"/>
              <a:buChar char="●"/>
            </a:pPr>
            <a:r>
              <a:rPr lang="en" sz="1200"/>
              <a:t>Formatting issues fall under AI Performance, not Task Completion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Golden Rule Applied:</a:t>
            </a:r>
            <a:endParaRPr sz="1200"/>
          </a:p>
          <a:p>
            <a:pPr indent="0" lvl="0" marL="0" rtl="0" algn="l">
              <a:spcBef>
                <a:spcPts val="0"/>
              </a:spcBef>
              <a:spcAft>
                <a:spcPts val="0"/>
              </a:spcAft>
              <a:buNone/>
            </a:pPr>
            <a:r>
              <a:rPr lang="en" sz="1200"/>
              <a:t>Correctness (Task Completion) outweighs formatting and presentation.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Correct Winner:</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Response B</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Key Takeaway for QAs: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A response that looks broken but fulfills every requirement</a:t>
            </a:r>
            <a:endParaRPr sz="1200"/>
          </a:p>
          <a:p>
            <a:pPr indent="0" lvl="0" marL="0" rtl="0" algn="l">
              <a:spcBef>
                <a:spcPts val="0"/>
              </a:spcBef>
              <a:spcAft>
                <a:spcPts val="0"/>
              </a:spcAft>
              <a:buNone/>
            </a:pPr>
            <a:r>
              <a:rPr lang="en" sz="1200"/>
              <a:t>beats a polished response that misses even one.</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52"/>
          <p:cNvSpPr txBox="1"/>
          <p:nvPr>
            <p:ph type="title"/>
          </p:nvPr>
        </p:nvSpPr>
        <p:spPr>
          <a:xfrm>
            <a:off x="916725" y="274717"/>
            <a:ext cx="7324500" cy="119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500">
                <a:latin typeface="Bai Jamjuree"/>
                <a:ea typeface="Bai Jamjuree"/>
                <a:cs typeface="Bai Jamjuree"/>
                <a:sym typeface="Bai Jamjuree"/>
              </a:rPr>
              <a:t>Which of the following answers follows the Overall Justification template correctly and completely?</a:t>
            </a:r>
            <a:endParaRPr sz="1500"/>
          </a:p>
        </p:txBody>
      </p:sp>
      <p:sp>
        <p:nvSpPr>
          <p:cNvPr id="1052" name="Google Shape;1052;p52"/>
          <p:cNvSpPr txBox="1"/>
          <p:nvPr>
            <p:ph type="title"/>
          </p:nvPr>
        </p:nvSpPr>
        <p:spPr>
          <a:xfrm>
            <a:off x="141875" y="1147670"/>
            <a:ext cx="4495500" cy="342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1:</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Response A Scores:</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t>Factual Accuracy: N/A</a:t>
            </a:r>
            <a:endParaRPr sz="1200"/>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Response B Scores:</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Task Completion: [5]</a:t>
            </a:r>
            <a:endParaRPr sz="1200"/>
          </a:p>
          <a:p>
            <a:pPr indent="0" lvl="0" marL="0" rtl="0" algn="l">
              <a:spcBef>
                <a:spcPts val="0"/>
              </a:spcBef>
              <a:spcAft>
                <a:spcPts val="0"/>
              </a:spcAft>
              <a:buNone/>
            </a:pPr>
            <a:r>
              <a:rPr lang="en" sz="1200"/>
              <a:t>Factual Accuracy: [5]</a:t>
            </a:r>
            <a:endParaRPr sz="1200"/>
          </a:p>
          <a:p>
            <a:pPr indent="0" lvl="0" marL="0" rtl="0" algn="l">
              <a:spcBef>
                <a:spcPts val="0"/>
              </a:spcBef>
              <a:spcAft>
                <a:spcPts val="0"/>
              </a:spcAft>
              <a:buNone/>
            </a:pPr>
            <a:r>
              <a:rPr lang="en" sz="1200"/>
              <a:t>AI Performance: [5]</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Final Verdict:</a:t>
            </a:r>
            <a:endParaRPr sz="1200"/>
          </a:p>
          <a:p>
            <a:pPr indent="0" lvl="0" marL="0" rtl="0" algn="l">
              <a:spcBef>
                <a:spcPts val="0"/>
              </a:spcBef>
              <a:spcAft>
                <a:spcPts val="0"/>
              </a:spcAft>
              <a:buNone/>
            </a:pPr>
            <a:r>
              <a:rPr lang="en" sz="1200"/>
              <a:t>Response B is much better than Response A</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Justification:</a:t>
            </a:r>
            <a:endParaRPr sz="1200"/>
          </a:p>
          <a:p>
            <a:pPr indent="0" lvl="0" marL="0" rtl="0" algn="l">
              <a:spcBef>
                <a:spcPts val="0"/>
              </a:spcBef>
              <a:spcAft>
                <a:spcPts val="0"/>
              </a:spcAft>
              <a:buNone/>
            </a:pPr>
            <a:r>
              <a:rPr lang="en" sz="1200"/>
              <a:t>Response B completed the task successfully and provided accurate information, while Response A failed due to a security block. Therefore, Response B is the better response.</a:t>
            </a:r>
            <a:endParaRPr sz="1200"/>
          </a:p>
        </p:txBody>
      </p:sp>
      <p:sp>
        <p:nvSpPr>
          <p:cNvPr id="1053" name="Google Shape;1053;p52"/>
          <p:cNvSpPr txBox="1"/>
          <p:nvPr>
            <p:ph type="title"/>
          </p:nvPr>
        </p:nvSpPr>
        <p:spPr>
          <a:xfrm>
            <a:off x="4760950" y="1217650"/>
            <a:ext cx="4292100" cy="3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2:</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u="sng">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t>Factual Accuracy: Cannot Confidently Assess</a:t>
            </a:r>
            <a:endParaRPr sz="1200"/>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a:t>
            </a:r>
            <a:endParaRPr sz="1200"/>
          </a:p>
          <a:p>
            <a:pPr indent="0" lvl="0" marL="0" rtl="0" algn="l">
              <a:spcBef>
                <a:spcPts val="0"/>
              </a:spcBef>
              <a:spcAft>
                <a:spcPts val="0"/>
              </a:spcAft>
              <a:buNone/>
            </a:pPr>
            <a:r>
              <a:rPr lang="en" sz="1200"/>
              <a:t>Response B is much better than Response A</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a:t>
            </a:r>
            <a:endParaRPr sz="1200"/>
          </a:p>
          <a:p>
            <a:pPr indent="0" lvl="0" marL="0" rtl="0" algn="l">
              <a:spcBef>
                <a:spcPts val="0"/>
              </a:spcBef>
              <a:spcAft>
                <a:spcPts val="0"/>
              </a:spcAft>
              <a:buNone/>
            </a:pPr>
            <a:r>
              <a:rPr lang="en" sz="1200"/>
              <a:t>Response B fulfilled the user’s request by finding suitable group pottery classes and verifying availability, demonstrating strong task completion and accuracy. Response A could not complete the task due to a security restriction and therefore performed poorly across all evaluation criteria. Based on these factors, Response B is the correct choice.</a:t>
            </a:r>
            <a:endParaRPr sz="1200"/>
          </a:p>
        </p:txBody>
      </p:sp>
      <p:sp>
        <p:nvSpPr>
          <p:cNvPr id="1054" name="Google Shape;1054;p52"/>
          <p:cNvSpPr txBox="1"/>
          <p:nvPr>
            <p:ph idx="4294967295" type="title"/>
          </p:nvPr>
        </p:nvSpPr>
        <p:spPr>
          <a:xfrm>
            <a:off x="141876" y="483075"/>
            <a:ext cx="774900" cy="6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53"/>
          <p:cNvSpPr txBox="1"/>
          <p:nvPr>
            <p:ph type="title"/>
          </p:nvPr>
        </p:nvSpPr>
        <p:spPr>
          <a:xfrm>
            <a:off x="0" y="-76975"/>
            <a:ext cx="5320800" cy="46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3:</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t>Factual Accuracy: Cannot Confidently Assess</a:t>
            </a:r>
            <a:endParaRPr sz="1200"/>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Response B Scores:</a:t>
            </a:r>
            <a:endParaRPr sz="1200"/>
          </a:p>
          <a:p>
            <a:pPr indent="0" lvl="0" marL="0" rtl="0" algn="l">
              <a:spcBef>
                <a:spcPts val="0"/>
              </a:spcBef>
              <a:spcAft>
                <a:spcPts val="0"/>
              </a:spcAft>
              <a:buNone/>
            </a:pPr>
            <a:r>
              <a:rPr lang="en" sz="1200"/>
              <a:t>Task Completion: [5]</a:t>
            </a:r>
            <a:endParaRPr sz="1200"/>
          </a:p>
          <a:p>
            <a:pPr indent="0" lvl="0" marL="0" rtl="0" algn="l">
              <a:spcBef>
                <a:spcPts val="0"/>
              </a:spcBef>
              <a:spcAft>
                <a:spcPts val="0"/>
              </a:spcAft>
              <a:buNone/>
            </a:pPr>
            <a:r>
              <a:rPr lang="en" sz="1200"/>
              <a:t>Factual Accuracy: [5]</a:t>
            </a:r>
            <a:endParaRPr sz="1200"/>
          </a:p>
          <a:p>
            <a:pPr indent="0" lvl="0" marL="0" rtl="0" algn="l">
              <a:spcBef>
                <a:spcPts val="0"/>
              </a:spcBef>
              <a:spcAft>
                <a:spcPts val="0"/>
              </a:spcAft>
              <a:buNone/>
            </a:pPr>
            <a:r>
              <a:rPr lang="en" sz="1200"/>
              <a:t>AI Performance: [5]</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 Response B is much better than Response A</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 Response A is much better than Response B based on the assigned scores and overall evaluation criteria. Response A was rated Fully Complete for Task Completion and Completely Accurate for Factual Accuracy because it successfully met the user’s goal by identifying appropriate group pottery classes in San Francisco and checking availability across multiple upcoming weekends. All objective claims were supported by reliable sources, and the agent demonstrated strong navigation, efficient execution, and clear presentation, resulting in Excellent AI Performance. In contrast, Response B was rated Not at all complete for Task Completion and Cannot Confidently Assess for Factual Accuracy because the agent encountered a security block and could not access or verify the required information, which also led to an Unacceptable AI Performance rating. Given these differences, Response A is the correct choice."</a:t>
            </a:r>
            <a:endParaRPr sz="1200"/>
          </a:p>
        </p:txBody>
      </p:sp>
      <p:sp>
        <p:nvSpPr>
          <p:cNvPr id="1060" name="Google Shape;1060;p53"/>
          <p:cNvSpPr txBox="1"/>
          <p:nvPr>
            <p:ph type="title"/>
          </p:nvPr>
        </p:nvSpPr>
        <p:spPr>
          <a:xfrm>
            <a:off x="5320800" y="74650"/>
            <a:ext cx="3732300" cy="48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4:</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u="sng">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rPr lang="en" sz="1200"/>
              <a:t>Task Completion: Not at all complete [1]</a:t>
            </a:r>
            <a:endParaRPr sz="1200"/>
          </a:p>
          <a:p>
            <a:pPr indent="0" lvl="0" marL="0" rtl="0" algn="l">
              <a:spcBef>
                <a:spcPts val="0"/>
              </a:spcBef>
              <a:spcAft>
                <a:spcPts val="0"/>
              </a:spcAft>
              <a:buNone/>
            </a:pPr>
            <a:r>
              <a:rPr lang="en" sz="1200"/>
              <a:t>Factual Accuracy: Cannot Confidently Assess [0]</a:t>
            </a:r>
            <a:endParaRPr sz="1200"/>
          </a:p>
          <a:p>
            <a:pPr indent="0" lvl="0" marL="0" rtl="0" algn="l">
              <a:spcBef>
                <a:spcPts val="0"/>
              </a:spcBef>
              <a:spcAft>
                <a:spcPts val="0"/>
              </a:spcAft>
              <a:buNone/>
            </a:pPr>
            <a:r>
              <a:rPr lang="en" sz="1200"/>
              <a:t>AI Performance: Unacceptable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Response B Scores:</a:t>
            </a:r>
            <a:endParaRPr sz="1200"/>
          </a:p>
          <a:p>
            <a:pPr indent="0" lvl="0" marL="0" rtl="0" algn="l">
              <a:spcBef>
                <a:spcPts val="0"/>
              </a:spcBef>
              <a:spcAft>
                <a:spcPts val="0"/>
              </a:spcAft>
              <a:buNone/>
            </a:pPr>
            <a:r>
              <a:rPr lang="en" sz="1200"/>
              <a:t>Task Completion: Fully Complete [5]</a:t>
            </a:r>
            <a:endParaRPr sz="1200"/>
          </a:p>
          <a:p>
            <a:pPr indent="0" lvl="0" marL="0" rtl="0" algn="l">
              <a:spcBef>
                <a:spcPts val="0"/>
              </a:spcBef>
              <a:spcAft>
                <a:spcPts val="0"/>
              </a:spcAft>
              <a:buNone/>
            </a:pPr>
            <a:r>
              <a:rPr lang="en" sz="1200"/>
              <a:t>Factual Accuracy: Completely Accurate [5]</a:t>
            </a:r>
            <a:endParaRPr sz="1200"/>
          </a:p>
          <a:p>
            <a:pPr indent="0" lvl="0" marL="0" rtl="0" algn="l">
              <a:spcBef>
                <a:spcPts val="0"/>
              </a:spcBef>
              <a:spcAft>
                <a:spcPts val="0"/>
              </a:spcAft>
              <a:buNone/>
            </a:pPr>
            <a:r>
              <a:rPr lang="en" sz="1200"/>
              <a:t>AI Performance: Excellent [5]</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a:t>
            </a:r>
            <a:endParaRPr sz="1200"/>
          </a:p>
          <a:p>
            <a:pPr indent="0" lvl="0" marL="0" rtl="0" algn="l">
              <a:spcBef>
                <a:spcPts val="0"/>
              </a:spcBef>
              <a:spcAft>
                <a:spcPts val="0"/>
              </a:spcAft>
              <a:buNone/>
            </a:pPr>
            <a:r>
              <a:rPr lang="en" sz="1200"/>
              <a:t>Response A is better than Response B</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a:t>
            </a:r>
            <a:endParaRPr sz="1200"/>
          </a:p>
          <a:p>
            <a:pPr indent="0" lvl="0" marL="0" rtl="0" algn="l">
              <a:spcBef>
                <a:spcPts val="0"/>
              </a:spcBef>
              <a:spcAft>
                <a:spcPts val="0"/>
              </a:spcAft>
              <a:buNone/>
            </a:pPr>
            <a:r>
              <a:rPr lang="en" sz="1200"/>
              <a:t>Response B clearly met the user’s requirements by providing accurate, well-sourced information and demonstrating excellent navigation and execution. Response A failed to complete the task due to a security block and did not provide usable information. Based on the scores and evaluation criteria, Response B should be selected.</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54"/>
          <p:cNvSpPr txBox="1"/>
          <p:nvPr>
            <p:ph type="title"/>
          </p:nvPr>
        </p:nvSpPr>
        <p:spPr>
          <a:xfrm>
            <a:off x="1413575" y="530675"/>
            <a:ext cx="5964600" cy="388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1:</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Response A Scores:</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highlight>
                  <a:srgbClr val="FF0000"/>
                </a:highlight>
              </a:rPr>
              <a:t>Factual Accuracy: N/A</a:t>
            </a:r>
            <a:endParaRPr sz="1200">
              <a:highlight>
                <a:srgbClr val="FF0000"/>
              </a:highlight>
            </a:endParaRPr>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Response B Scores:</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Task Completion: [5]</a:t>
            </a:r>
            <a:endParaRPr sz="1200"/>
          </a:p>
          <a:p>
            <a:pPr indent="0" lvl="0" marL="0" rtl="0" algn="l">
              <a:spcBef>
                <a:spcPts val="0"/>
              </a:spcBef>
              <a:spcAft>
                <a:spcPts val="0"/>
              </a:spcAft>
              <a:buNone/>
            </a:pPr>
            <a:r>
              <a:rPr lang="en" sz="1200"/>
              <a:t>Factual Accuracy: [5]</a:t>
            </a:r>
            <a:endParaRPr sz="1200"/>
          </a:p>
          <a:p>
            <a:pPr indent="0" lvl="0" marL="0" rtl="0" algn="l">
              <a:spcBef>
                <a:spcPts val="0"/>
              </a:spcBef>
              <a:spcAft>
                <a:spcPts val="0"/>
              </a:spcAft>
              <a:buNone/>
            </a:pPr>
            <a:r>
              <a:rPr lang="en" sz="1200"/>
              <a:t>AI Performance: [5]</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Final Verdict:</a:t>
            </a:r>
            <a:endParaRPr sz="1200"/>
          </a:p>
          <a:p>
            <a:pPr indent="0" lvl="0" marL="0" rtl="0" algn="l">
              <a:spcBef>
                <a:spcPts val="0"/>
              </a:spcBef>
              <a:spcAft>
                <a:spcPts val="0"/>
              </a:spcAft>
              <a:buNone/>
            </a:pPr>
            <a:r>
              <a:rPr lang="en" sz="1200"/>
              <a:t>Response B is much better than Response A</a:t>
            </a:r>
            <a:endParaRPr sz="1200"/>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b="1" lang="en" sz="1200">
                <a:latin typeface="Bai Jamjuree"/>
                <a:ea typeface="Bai Jamjuree"/>
                <a:cs typeface="Bai Jamjuree"/>
                <a:sym typeface="Bai Jamjuree"/>
              </a:rPr>
              <a:t>Justification:</a:t>
            </a:r>
            <a:endParaRPr sz="1200"/>
          </a:p>
          <a:p>
            <a:pPr indent="0" lvl="0" marL="0" rtl="0" algn="l">
              <a:spcBef>
                <a:spcPts val="0"/>
              </a:spcBef>
              <a:spcAft>
                <a:spcPts val="0"/>
              </a:spcAft>
              <a:buNone/>
            </a:pPr>
            <a:r>
              <a:rPr lang="en" sz="1200">
                <a:highlight>
                  <a:srgbClr val="FF0000"/>
                </a:highlight>
              </a:rPr>
              <a:t>Response B completed the task successfully and provided accurate information, while Response A failed due to a security block. Therefore, Response B is the better response.</a:t>
            </a:r>
            <a:endParaRPr sz="1200">
              <a:highlight>
                <a:srgbClr val="FF00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55"/>
          <p:cNvSpPr txBox="1"/>
          <p:nvPr>
            <p:ph type="title"/>
          </p:nvPr>
        </p:nvSpPr>
        <p:spPr>
          <a:xfrm>
            <a:off x="1312175" y="762775"/>
            <a:ext cx="6822900" cy="37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2:</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u="sng">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t>Factual Accuracy: Cannot Confidently Assess</a:t>
            </a:r>
            <a:endParaRPr sz="1200"/>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highlight>
                  <a:srgbClr val="FF0000"/>
                </a:highlight>
              </a:rPr>
              <a:t>Missing Response B Scores</a:t>
            </a:r>
            <a:endParaRPr sz="1200">
              <a:highlight>
                <a:srgbClr val="FF0000"/>
              </a:highlight>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a:t>
            </a:r>
            <a:endParaRPr sz="1200"/>
          </a:p>
          <a:p>
            <a:pPr indent="0" lvl="0" marL="0" rtl="0" algn="l">
              <a:spcBef>
                <a:spcPts val="0"/>
              </a:spcBef>
              <a:spcAft>
                <a:spcPts val="0"/>
              </a:spcAft>
              <a:buNone/>
            </a:pPr>
            <a:r>
              <a:rPr lang="en" sz="1200"/>
              <a:t>Response B is much better than Response A</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a:t>
            </a:r>
            <a:endParaRPr sz="1200"/>
          </a:p>
          <a:p>
            <a:pPr indent="0" lvl="0" marL="0" rtl="0" algn="l">
              <a:spcBef>
                <a:spcPts val="0"/>
              </a:spcBef>
              <a:spcAft>
                <a:spcPts val="0"/>
              </a:spcAft>
              <a:buNone/>
            </a:pPr>
            <a:r>
              <a:rPr lang="en" sz="1200"/>
              <a:t>Response B fulfilled the user’s request by finding suitable group pottery classes and verifying availability, demonstrating strong task completion and accuracy. Response A could not complete the task due to a security restriction and therefore performed poorly across all evaluation criteria. Based on these factors, Response B is the correct choice.</a:t>
            </a:r>
            <a:endParaRPr sz="1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56"/>
          <p:cNvSpPr txBox="1"/>
          <p:nvPr>
            <p:ph type="title"/>
          </p:nvPr>
        </p:nvSpPr>
        <p:spPr>
          <a:xfrm>
            <a:off x="977300" y="244950"/>
            <a:ext cx="8003400" cy="46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3:</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rPr lang="en" sz="1200"/>
              <a:t>Task Completion: [1]</a:t>
            </a:r>
            <a:endParaRPr sz="1200"/>
          </a:p>
          <a:p>
            <a:pPr indent="0" lvl="0" marL="0" rtl="0" algn="l">
              <a:spcBef>
                <a:spcPts val="0"/>
              </a:spcBef>
              <a:spcAft>
                <a:spcPts val="0"/>
              </a:spcAft>
              <a:buNone/>
            </a:pPr>
            <a:r>
              <a:rPr lang="en" sz="1200"/>
              <a:t>Factual Accuracy: Cannot Confidently Assess</a:t>
            </a:r>
            <a:endParaRPr sz="1200"/>
          </a:p>
          <a:p>
            <a:pPr indent="0" lvl="0" marL="0" rtl="0" algn="l">
              <a:spcBef>
                <a:spcPts val="0"/>
              </a:spcBef>
              <a:spcAft>
                <a:spcPts val="0"/>
              </a:spcAft>
              <a:buNone/>
            </a:pPr>
            <a:r>
              <a:rPr lang="en" sz="1200"/>
              <a:t>AI Performance: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Response B Scores:</a:t>
            </a:r>
            <a:endParaRPr sz="1200"/>
          </a:p>
          <a:p>
            <a:pPr indent="0" lvl="0" marL="0" rtl="0" algn="l">
              <a:spcBef>
                <a:spcPts val="0"/>
              </a:spcBef>
              <a:spcAft>
                <a:spcPts val="0"/>
              </a:spcAft>
              <a:buNone/>
            </a:pPr>
            <a:r>
              <a:rPr lang="en" sz="1200"/>
              <a:t>Task Completion: [5]</a:t>
            </a:r>
            <a:endParaRPr sz="1200"/>
          </a:p>
          <a:p>
            <a:pPr indent="0" lvl="0" marL="0" rtl="0" algn="l">
              <a:spcBef>
                <a:spcPts val="0"/>
              </a:spcBef>
              <a:spcAft>
                <a:spcPts val="0"/>
              </a:spcAft>
              <a:buNone/>
            </a:pPr>
            <a:r>
              <a:rPr lang="en" sz="1200"/>
              <a:t>Factual Accuracy: [5]</a:t>
            </a:r>
            <a:endParaRPr sz="1200"/>
          </a:p>
          <a:p>
            <a:pPr indent="0" lvl="0" marL="0" rtl="0" algn="l">
              <a:spcBef>
                <a:spcPts val="0"/>
              </a:spcBef>
              <a:spcAft>
                <a:spcPts val="0"/>
              </a:spcAft>
              <a:buNone/>
            </a:pPr>
            <a:r>
              <a:rPr lang="en" sz="1200"/>
              <a:t>AI Performance: [5]</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 Response B is much better than Response A</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 </a:t>
            </a:r>
            <a:r>
              <a:rPr lang="en" sz="1200">
                <a:highlight>
                  <a:srgbClr val="FF0000"/>
                </a:highlight>
              </a:rPr>
              <a:t>Response A is much better than Response B </a:t>
            </a:r>
            <a:r>
              <a:rPr lang="en" sz="1200"/>
              <a:t>based on the assigned scores and overall evaluation criteria. Response A was rated Fully Complete for Task Completion and Completely Accurate for Factual Accuracy because it successfully met the user’s goal by identifying appropriate group pottery classes in San Francisco and checking availability across multiple upcoming weekends. All objective claims were supported by reliable sources, and the agent demonstrated strong navigation, efficient execution, and clear presentation, resulting in Excellent AI Performance. In contrast, Response B was rated Not at all complete for Task Completion and Cannot Confidently Assess for Factual Accuracy because the agent encountered a security block and could not access or verify the required information, which also led to an Unacceptable AI Performance rating. Given these differences, Response A is the correct choice."</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57"/>
          <p:cNvSpPr txBox="1"/>
          <p:nvPr>
            <p:ph type="title"/>
          </p:nvPr>
        </p:nvSpPr>
        <p:spPr>
          <a:xfrm>
            <a:off x="1355275" y="564500"/>
            <a:ext cx="7347900" cy="48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latin typeface="Bai Jamjuree"/>
                <a:ea typeface="Bai Jamjuree"/>
                <a:cs typeface="Bai Jamjuree"/>
                <a:sym typeface="Bai Jamjuree"/>
              </a:rPr>
              <a:t>Option 4:</a:t>
            </a:r>
            <a:endParaRPr b="1" sz="1200" u="sng">
              <a:latin typeface="Bai Jamjuree"/>
              <a:ea typeface="Bai Jamjuree"/>
              <a:cs typeface="Bai Jamjuree"/>
              <a:sym typeface="Bai Jamjuree"/>
            </a:endParaRPr>
          </a:p>
          <a:p>
            <a:pPr indent="0" lvl="0" marL="0" rtl="0" algn="l">
              <a:spcBef>
                <a:spcPts val="0"/>
              </a:spcBef>
              <a:spcAft>
                <a:spcPts val="0"/>
              </a:spcAft>
              <a:buNone/>
            </a:pPr>
            <a:r>
              <a:t/>
            </a:r>
            <a:endParaRPr b="1" sz="1200" u="sng">
              <a:latin typeface="Bai Jamjuree"/>
              <a:ea typeface="Bai Jamjuree"/>
              <a:cs typeface="Bai Jamjuree"/>
              <a:sym typeface="Bai Jamjuree"/>
            </a:endParaRPr>
          </a:p>
          <a:p>
            <a:pPr indent="0" lvl="0" marL="0" rtl="0" algn="l">
              <a:spcBef>
                <a:spcPts val="0"/>
              </a:spcBef>
              <a:spcAft>
                <a:spcPts val="0"/>
              </a:spcAft>
              <a:buNone/>
            </a:pPr>
            <a:r>
              <a:rPr lang="en" sz="1200"/>
              <a:t>Response A Scores:</a:t>
            </a:r>
            <a:endParaRPr sz="1200"/>
          </a:p>
          <a:p>
            <a:pPr indent="0" lvl="0" marL="0" rtl="0" algn="l">
              <a:spcBef>
                <a:spcPts val="0"/>
              </a:spcBef>
              <a:spcAft>
                <a:spcPts val="0"/>
              </a:spcAft>
              <a:buNone/>
            </a:pPr>
            <a:r>
              <a:rPr lang="en" sz="1200"/>
              <a:t>Task Completion: Not at all complete [1]</a:t>
            </a:r>
            <a:endParaRPr sz="1200"/>
          </a:p>
          <a:p>
            <a:pPr indent="0" lvl="0" marL="0" rtl="0" algn="l">
              <a:spcBef>
                <a:spcPts val="0"/>
              </a:spcBef>
              <a:spcAft>
                <a:spcPts val="0"/>
              </a:spcAft>
              <a:buNone/>
            </a:pPr>
            <a:r>
              <a:rPr lang="en" sz="1200">
                <a:highlight>
                  <a:srgbClr val="FF0000"/>
                </a:highlight>
              </a:rPr>
              <a:t>Factual Accuracy: Cannot Confidently Assess [0]</a:t>
            </a:r>
            <a:endParaRPr sz="1200">
              <a:highlight>
                <a:srgbClr val="FF0000"/>
              </a:highlight>
            </a:endParaRPr>
          </a:p>
          <a:p>
            <a:pPr indent="0" lvl="0" marL="0" rtl="0" algn="l">
              <a:spcBef>
                <a:spcPts val="0"/>
              </a:spcBef>
              <a:spcAft>
                <a:spcPts val="0"/>
              </a:spcAft>
              <a:buNone/>
            </a:pPr>
            <a:r>
              <a:rPr lang="en" sz="1200"/>
              <a:t>AI Performance: Unacceptable [1]</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Response B Scores:</a:t>
            </a:r>
            <a:endParaRPr sz="1200"/>
          </a:p>
          <a:p>
            <a:pPr indent="0" lvl="0" marL="0" rtl="0" algn="l">
              <a:spcBef>
                <a:spcPts val="0"/>
              </a:spcBef>
              <a:spcAft>
                <a:spcPts val="0"/>
              </a:spcAft>
              <a:buNone/>
            </a:pPr>
            <a:r>
              <a:rPr lang="en" sz="1200"/>
              <a:t>Task Completion: Fully Complete [5]</a:t>
            </a:r>
            <a:endParaRPr sz="1200"/>
          </a:p>
          <a:p>
            <a:pPr indent="0" lvl="0" marL="0" rtl="0" algn="l">
              <a:spcBef>
                <a:spcPts val="0"/>
              </a:spcBef>
              <a:spcAft>
                <a:spcPts val="0"/>
              </a:spcAft>
              <a:buNone/>
            </a:pPr>
            <a:r>
              <a:rPr lang="en" sz="1200"/>
              <a:t>Factual Accuracy: Completely Accurate [5]</a:t>
            </a:r>
            <a:endParaRPr sz="1200"/>
          </a:p>
          <a:p>
            <a:pPr indent="0" lvl="0" marL="0" rtl="0" algn="l">
              <a:spcBef>
                <a:spcPts val="0"/>
              </a:spcBef>
              <a:spcAft>
                <a:spcPts val="0"/>
              </a:spcAft>
              <a:buNone/>
            </a:pPr>
            <a:r>
              <a:rPr lang="en" sz="1200"/>
              <a:t>AI Performance: Excellent [5]</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Final Verdict:</a:t>
            </a:r>
            <a:endParaRPr sz="1200"/>
          </a:p>
          <a:p>
            <a:pPr indent="0" lvl="0" marL="0" rtl="0" algn="l">
              <a:spcBef>
                <a:spcPts val="0"/>
              </a:spcBef>
              <a:spcAft>
                <a:spcPts val="0"/>
              </a:spcAft>
              <a:buNone/>
            </a:pPr>
            <a:r>
              <a:rPr lang="en" sz="1200">
                <a:highlight>
                  <a:srgbClr val="FF0000"/>
                </a:highlight>
              </a:rPr>
              <a:t>Response A is better than Response B</a:t>
            </a:r>
            <a:endParaRPr sz="1200">
              <a:highlight>
                <a:srgbClr val="FF0000"/>
              </a:highlight>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Justification:</a:t>
            </a:r>
            <a:endParaRPr sz="1200"/>
          </a:p>
          <a:p>
            <a:pPr indent="0" lvl="0" marL="0" rtl="0" algn="l">
              <a:spcBef>
                <a:spcPts val="0"/>
              </a:spcBef>
              <a:spcAft>
                <a:spcPts val="0"/>
              </a:spcAft>
              <a:buNone/>
            </a:pPr>
            <a:r>
              <a:rPr lang="en" sz="1200">
                <a:highlight>
                  <a:srgbClr val="FF0000"/>
                </a:highlight>
              </a:rPr>
              <a:t>Response B clearly met the user’s requirements by providing accurate, well-sourced information and demonstrating excellent navigation and execution. Response A failed to complete the task due to a security block and did not provide usable information. Based on the scores and evaluation criteria, Response B should be selected.</a:t>
            </a:r>
            <a:endParaRPr sz="1200">
              <a:highlight>
                <a:srgbClr val="FF00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58"/>
          <p:cNvSpPr txBox="1"/>
          <p:nvPr>
            <p:ph type="title"/>
          </p:nvPr>
        </p:nvSpPr>
        <p:spPr>
          <a:xfrm>
            <a:off x="1259600" y="1499325"/>
            <a:ext cx="6508200" cy="200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We would love to hear from you!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1800"/>
              <a:t>Let us know what we did well and what we could do better.</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Chemical Engineering Training Center by Slidesgo">
  <a:themeElements>
    <a:clrScheme name="Simple Light">
      <a:dk1>
        <a:srgbClr val="FFFFFF"/>
      </a:dk1>
      <a:lt1>
        <a:srgbClr val="00486B"/>
      </a:lt1>
      <a:dk2>
        <a:srgbClr val="001F36"/>
      </a:dk2>
      <a:lt2>
        <a:srgbClr val="00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